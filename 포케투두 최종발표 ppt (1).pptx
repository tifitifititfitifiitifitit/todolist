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78" r:id="rId2"/>
    <p:sldId id="296" r:id="rId3"/>
    <p:sldId id="297" r:id="rId4"/>
    <p:sldId id="298" r:id="rId5"/>
    <p:sldId id="299" r:id="rId6"/>
    <p:sldId id="256" r:id="rId7"/>
    <p:sldId id="257" r:id="rId8"/>
    <p:sldId id="304" r:id="rId9"/>
    <p:sldId id="305" r:id="rId10"/>
    <p:sldId id="322" r:id="rId11"/>
    <p:sldId id="306" r:id="rId12"/>
    <p:sldId id="258" r:id="rId13"/>
    <p:sldId id="300" r:id="rId14"/>
    <p:sldId id="261" r:id="rId15"/>
    <p:sldId id="315" r:id="rId16"/>
    <p:sldId id="316" r:id="rId17"/>
    <p:sldId id="323" r:id="rId18"/>
    <p:sldId id="307" r:id="rId19"/>
    <p:sldId id="308" r:id="rId20"/>
    <p:sldId id="319" r:id="rId21"/>
    <p:sldId id="320" r:id="rId22"/>
    <p:sldId id="310" r:id="rId23"/>
    <p:sldId id="311" r:id="rId24"/>
    <p:sldId id="312" r:id="rId25"/>
    <p:sldId id="260" r:id="rId26"/>
    <p:sldId id="313" r:id="rId27"/>
    <p:sldId id="314" r:id="rId28"/>
  </p:sldIdLst>
  <p:sldSz cx="12192000" cy="6858000"/>
  <p:notesSz cx="6858000" cy="9144000"/>
  <p:embeddedFontLst>
    <p:embeddedFont>
      <p:font typeface="페이퍼로지 5 Medium" charset="-127"/>
      <p:regular r:id="rId30"/>
    </p:embeddedFont>
    <p:embeddedFont>
      <p:font typeface="페이퍼로지 6 SemiBold" charset="-127"/>
      <p:regular r:id="rId31"/>
      <p:bold r:id="rId32"/>
    </p:embeddedFont>
    <p:embeddedFont>
      <p:font typeface="페이퍼로지 7 Bold" charset="-127"/>
      <p:bold r:id="rId33"/>
    </p:embeddedFont>
    <p:embeddedFont>
      <p:font typeface="HY견고딕" panose="02030600000101010101" pitchFamily="18" charset="-127"/>
      <p:regular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EA5"/>
    <a:srgbClr val="01A1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70783-15DE-4829-9236-2BBBE3E8BD9D}" v="48" dt="2025-06-02T11:26:44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03" autoAdjust="0"/>
    <p:restoredTop sz="93750" autoAdjust="0"/>
  </p:normalViewPr>
  <p:slideViewPr>
    <p:cSldViewPr>
      <p:cViewPr varScale="1">
        <p:scale>
          <a:sx n="82" d="100"/>
          <a:sy n="82" d="100"/>
        </p:scale>
        <p:origin x="819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헌준 이" userId="8073b5fb8db5579d" providerId="LiveId" clId="{49670783-15DE-4829-9236-2BBBE3E8BD9D}"/>
    <pc:docChg chg="undo custSel addSld delSld modSld sldOrd">
      <pc:chgData name="헌준 이" userId="8073b5fb8db5579d" providerId="LiveId" clId="{49670783-15DE-4829-9236-2BBBE3E8BD9D}" dt="2025-06-02T11:26:44.719" v="830" actId="1076"/>
      <pc:docMkLst>
        <pc:docMk/>
      </pc:docMkLst>
      <pc:sldChg chg="modSp mod">
        <pc:chgData name="헌준 이" userId="8073b5fb8db5579d" providerId="LiveId" clId="{49670783-15DE-4829-9236-2BBBE3E8BD9D}" dt="2025-06-02T11:07:39.481" v="477" actId="1076"/>
        <pc:sldMkLst>
          <pc:docMk/>
          <pc:sldMk cId="1563540879" sldId="296"/>
        </pc:sldMkLst>
        <pc:spChg chg="mod">
          <ac:chgData name="헌준 이" userId="8073b5fb8db5579d" providerId="LiveId" clId="{49670783-15DE-4829-9236-2BBBE3E8BD9D}" dt="2025-06-02T11:07:39.481" v="477" actId="1076"/>
          <ac:spMkLst>
            <pc:docMk/>
            <pc:sldMk cId="1563540879" sldId="296"/>
            <ac:spMk id="12" creationId="{5C9901CF-79D1-FA7C-2248-A320D22ED73A}"/>
          </ac:spMkLst>
        </pc:spChg>
      </pc:sldChg>
      <pc:sldChg chg="modSp mod">
        <pc:chgData name="헌준 이" userId="8073b5fb8db5579d" providerId="LiveId" clId="{49670783-15DE-4829-9236-2BBBE3E8BD9D}" dt="2025-05-31T13:53:29.675" v="14" actId="2711"/>
        <pc:sldMkLst>
          <pc:docMk/>
          <pc:sldMk cId="420698772" sldId="306"/>
        </pc:sldMkLst>
        <pc:spChg chg="mod">
          <ac:chgData name="헌준 이" userId="8073b5fb8db5579d" providerId="LiveId" clId="{49670783-15DE-4829-9236-2BBBE3E8BD9D}" dt="2025-05-31T13:53:29.675" v="14" actId="2711"/>
          <ac:spMkLst>
            <pc:docMk/>
            <pc:sldMk cId="420698772" sldId="306"/>
            <ac:spMk id="30" creationId="{897CA9F3-C75A-B6D6-F120-8298D36C7282}"/>
          </ac:spMkLst>
        </pc:spChg>
      </pc:sldChg>
      <pc:sldChg chg="modSp mod">
        <pc:chgData name="헌준 이" userId="8073b5fb8db5579d" providerId="LiveId" clId="{49670783-15DE-4829-9236-2BBBE3E8BD9D}" dt="2025-06-02T11:19:02.749" v="648" actId="1076"/>
        <pc:sldMkLst>
          <pc:docMk/>
          <pc:sldMk cId="262247747" sldId="312"/>
        </pc:sldMkLst>
        <pc:spChg chg="mod">
          <ac:chgData name="헌준 이" userId="8073b5fb8db5579d" providerId="LiveId" clId="{49670783-15DE-4829-9236-2BBBE3E8BD9D}" dt="2025-06-02T11:19:02.749" v="648" actId="1076"/>
          <ac:spMkLst>
            <pc:docMk/>
            <pc:sldMk cId="262247747" sldId="312"/>
            <ac:spMk id="32" creationId="{54C294B3-CC0B-9711-C3A5-6D5702C4427F}"/>
          </ac:spMkLst>
        </pc:spChg>
      </pc:sldChg>
      <pc:sldChg chg="addSp delSp modSp mod">
        <pc:chgData name="헌준 이" userId="8073b5fb8db5579d" providerId="LiveId" clId="{49670783-15DE-4829-9236-2BBBE3E8BD9D}" dt="2025-05-31T14:04:32.381" v="401" actId="20577"/>
        <pc:sldMkLst>
          <pc:docMk/>
          <pc:sldMk cId="4293074411" sldId="320"/>
        </pc:sldMkLst>
        <pc:spChg chg="add del mod">
          <ac:chgData name="헌준 이" userId="8073b5fb8db5579d" providerId="LiveId" clId="{49670783-15DE-4829-9236-2BBBE3E8BD9D}" dt="2025-05-31T14:04:32.381" v="401" actId="20577"/>
          <ac:spMkLst>
            <pc:docMk/>
            <pc:sldMk cId="4293074411" sldId="320"/>
            <ac:spMk id="4" creationId="{E369F3E2-6ADB-09EA-D8BA-1DAA08C597B9}"/>
          </ac:spMkLst>
        </pc:spChg>
        <pc:picChg chg="mod">
          <ac:chgData name="헌준 이" userId="8073b5fb8db5579d" providerId="LiveId" clId="{49670783-15DE-4829-9236-2BBBE3E8BD9D}" dt="2025-05-31T14:04:27.023" v="399" actId="1076"/>
          <ac:picMkLst>
            <pc:docMk/>
            <pc:sldMk cId="4293074411" sldId="320"/>
            <ac:picMk id="2" creationId="{45A9DDB9-1831-7BCC-48C7-E7C404EF9926}"/>
          </ac:picMkLst>
        </pc:picChg>
      </pc:sldChg>
      <pc:sldChg chg="addSp delSp modSp add del mod ord">
        <pc:chgData name="헌준 이" userId="8073b5fb8db5579d" providerId="LiveId" clId="{49670783-15DE-4829-9236-2BBBE3E8BD9D}" dt="2025-06-02T11:19:28.346" v="649" actId="2696"/>
        <pc:sldMkLst>
          <pc:docMk/>
          <pc:sldMk cId="1844350067" sldId="321"/>
        </pc:sldMkLst>
        <pc:spChg chg="mod">
          <ac:chgData name="헌준 이" userId="8073b5fb8db5579d" providerId="LiveId" clId="{49670783-15DE-4829-9236-2BBBE3E8BD9D}" dt="2025-06-02T11:17:02.679" v="506" actId="20577"/>
          <ac:spMkLst>
            <pc:docMk/>
            <pc:sldMk cId="1844350067" sldId="321"/>
            <ac:spMk id="30" creationId="{EEFB9C88-CD3A-5178-5BA3-0AACD910A7F7}"/>
          </ac:spMkLst>
        </pc:spChg>
        <pc:picChg chg="add del mod">
          <ac:chgData name="헌준 이" userId="8073b5fb8db5579d" providerId="LiveId" clId="{49670783-15DE-4829-9236-2BBBE3E8BD9D}" dt="2025-06-02T11:17:06.401" v="507" actId="478"/>
          <ac:picMkLst>
            <pc:docMk/>
            <pc:sldMk cId="1844350067" sldId="321"/>
            <ac:picMk id="8" creationId="{79155B0D-8CD5-7869-A57A-594EDBEB90EF}"/>
          </ac:picMkLst>
        </pc:picChg>
        <pc:picChg chg="add del mod">
          <ac:chgData name="헌준 이" userId="8073b5fb8db5579d" providerId="LiveId" clId="{49670783-15DE-4829-9236-2BBBE3E8BD9D}" dt="2025-06-02T11:17:08.079" v="508" actId="478"/>
          <ac:picMkLst>
            <pc:docMk/>
            <pc:sldMk cId="1844350067" sldId="321"/>
            <ac:picMk id="1028" creationId="{4558682C-782F-158F-F908-7DAA6D6CED2F}"/>
          </ac:picMkLst>
        </pc:picChg>
      </pc:sldChg>
      <pc:sldChg chg="add">
        <pc:chgData name="헌준 이" userId="8073b5fb8db5579d" providerId="LiveId" clId="{49670783-15DE-4829-9236-2BBBE3E8BD9D}" dt="2025-06-02T11:16:49.411" v="478"/>
        <pc:sldMkLst>
          <pc:docMk/>
          <pc:sldMk cId="3308502777" sldId="322"/>
        </pc:sldMkLst>
      </pc:sldChg>
      <pc:sldChg chg="add del">
        <pc:chgData name="헌준 이" userId="8073b5fb8db5579d" providerId="LiveId" clId="{49670783-15DE-4829-9236-2BBBE3E8BD9D}" dt="2025-06-02T11:22:03.453" v="651"/>
        <pc:sldMkLst>
          <pc:docMk/>
          <pc:sldMk cId="846452574" sldId="323"/>
        </pc:sldMkLst>
      </pc:sldChg>
      <pc:sldChg chg="addSp delSp modSp add mod">
        <pc:chgData name="헌준 이" userId="8073b5fb8db5579d" providerId="LiveId" clId="{49670783-15DE-4829-9236-2BBBE3E8BD9D}" dt="2025-06-02T11:26:44.719" v="830" actId="1076"/>
        <pc:sldMkLst>
          <pc:docMk/>
          <pc:sldMk cId="4253841064" sldId="323"/>
        </pc:sldMkLst>
        <pc:spChg chg="add mod">
          <ac:chgData name="헌준 이" userId="8073b5fb8db5579d" providerId="LiveId" clId="{49670783-15DE-4829-9236-2BBBE3E8BD9D}" dt="2025-06-02T11:25:10.450" v="826" actId="1076"/>
          <ac:spMkLst>
            <pc:docMk/>
            <pc:sldMk cId="4253841064" sldId="323"/>
            <ac:spMk id="2" creationId="{C58AF078-A454-8F4C-99D9-762D21F5F6A8}"/>
          </ac:spMkLst>
        </pc:spChg>
        <pc:spChg chg="del">
          <ac:chgData name="헌준 이" userId="8073b5fb8db5579d" providerId="LiveId" clId="{49670783-15DE-4829-9236-2BBBE3E8BD9D}" dt="2025-06-02T11:22:13.735" v="655" actId="478"/>
          <ac:spMkLst>
            <pc:docMk/>
            <pc:sldMk cId="4253841064" sldId="323"/>
            <ac:spMk id="12" creationId="{2CE4BAB7-3F81-DA77-D28F-B363275D0F7A}"/>
          </ac:spMkLst>
        </pc:spChg>
        <pc:spChg chg="del">
          <ac:chgData name="헌준 이" userId="8073b5fb8db5579d" providerId="LiveId" clId="{49670783-15DE-4829-9236-2BBBE3E8BD9D}" dt="2025-06-02T11:22:11.570" v="653" actId="478"/>
          <ac:spMkLst>
            <pc:docMk/>
            <pc:sldMk cId="4253841064" sldId="323"/>
            <ac:spMk id="13" creationId="{3E338517-C26D-0F75-AD0D-0F7C09C33BFC}"/>
          </ac:spMkLst>
        </pc:spChg>
        <pc:spChg chg="mod">
          <ac:chgData name="헌준 이" userId="8073b5fb8db5579d" providerId="LiveId" clId="{49670783-15DE-4829-9236-2BBBE3E8BD9D}" dt="2025-06-02T11:22:18.309" v="664" actId="20577"/>
          <ac:spMkLst>
            <pc:docMk/>
            <pc:sldMk cId="4253841064" sldId="323"/>
            <ac:spMk id="30" creationId="{A535DCCB-CB10-3CE2-A26A-0B0A17EBC07F}"/>
          </ac:spMkLst>
        </pc:spChg>
        <pc:spChg chg="del">
          <ac:chgData name="헌준 이" userId="8073b5fb8db5579d" providerId="LiveId" clId="{49670783-15DE-4829-9236-2BBBE3E8BD9D}" dt="2025-06-02T11:22:11.570" v="653" actId="478"/>
          <ac:spMkLst>
            <pc:docMk/>
            <pc:sldMk cId="4253841064" sldId="323"/>
            <ac:spMk id="40" creationId="{1B834E7A-5459-4221-82DA-BAC6EA6D2E4E}"/>
          </ac:spMkLst>
        </pc:spChg>
        <pc:spChg chg="del">
          <ac:chgData name="헌준 이" userId="8073b5fb8db5579d" providerId="LiveId" clId="{49670783-15DE-4829-9236-2BBBE3E8BD9D}" dt="2025-06-02T11:22:11.570" v="653" actId="478"/>
          <ac:spMkLst>
            <pc:docMk/>
            <pc:sldMk cId="4253841064" sldId="323"/>
            <ac:spMk id="41" creationId="{99E6EAE9-C335-4D27-0B9D-981FC54B8A6F}"/>
          </ac:spMkLst>
        </pc:spChg>
        <pc:spChg chg="del">
          <ac:chgData name="헌준 이" userId="8073b5fb8db5579d" providerId="LiveId" clId="{49670783-15DE-4829-9236-2BBBE3E8BD9D}" dt="2025-06-02T11:22:12.931" v="654" actId="478"/>
          <ac:spMkLst>
            <pc:docMk/>
            <pc:sldMk cId="4253841064" sldId="323"/>
            <ac:spMk id="44" creationId="{77785396-D864-46A6-185D-6E134F8FE399}"/>
          </ac:spMkLst>
        </pc:spChg>
        <pc:spChg chg="mod">
          <ac:chgData name="헌준 이" userId="8073b5fb8db5579d" providerId="LiveId" clId="{49670783-15DE-4829-9236-2BBBE3E8BD9D}" dt="2025-06-02T11:26:30.106" v="829" actId="1076"/>
          <ac:spMkLst>
            <pc:docMk/>
            <pc:sldMk cId="4253841064" sldId="323"/>
            <ac:spMk id="56" creationId="{44BA3A30-4C47-F775-1693-B2A3383B5134}"/>
          </ac:spMkLst>
        </pc:spChg>
        <pc:picChg chg="mod">
          <ac:chgData name="헌준 이" userId="8073b5fb8db5579d" providerId="LiveId" clId="{49670783-15DE-4829-9236-2BBBE3E8BD9D}" dt="2025-06-02T11:25:14.656" v="828" actId="1076"/>
          <ac:picMkLst>
            <pc:docMk/>
            <pc:sldMk cId="4253841064" sldId="323"/>
            <ac:picMk id="34" creationId="{516C0364-51DB-5267-CA8D-766889716B1E}"/>
          </ac:picMkLst>
        </pc:picChg>
        <pc:picChg chg="add mod">
          <ac:chgData name="헌준 이" userId="8073b5fb8db5579d" providerId="LiveId" clId="{49670783-15DE-4829-9236-2BBBE3E8BD9D}" dt="2025-06-02T11:25:05.163" v="824" actId="1076"/>
          <ac:picMkLst>
            <pc:docMk/>
            <pc:sldMk cId="4253841064" sldId="323"/>
            <ac:picMk id="1026" creationId="{974EB564-381F-5C6E-3FC6-26916C6E9180}"/>
          </ac:picMkLst>
        </pc:picChg>
        <pc:picChg chg="add mod">
          <ac:chgData name="헌준 이" userId="8073b5fb8db5579d" providerId="LiveId" clId="{49670783-15DE-4829-9236-2BBBE3E8BD9D}" dt="2025-06-02T11:26:44.719" v="830" actId="1076"/>
          <ac:picMkLst>
            <pc:docMk/>
            <pc:sldMk cId="4253841064" sldId="323"/>
            <ac:picMk id="1028" creationId="{41AD1141-F5B4-5AB4-FE72-6181022423B3}"/>
          </ac:picMkLst>
        </pc:picChg>
        <pc:cxnChg chg="del mod">
          <ac:chgData name="헌준 이" userId="8073b5fb8db5579d" providerId="LiveId" clId="{49670783-15DE-4829-9236-2BBBE3E8BD9D}" dt="2025-06-02T11:22:11.570" v="653" actId="478"/>
          <ac:cxnSpMkLst>
            <pc:docMk/>
            <pc:sldMk cId="4253841064" sldId="323"/>
            <ac:cxnSpMk id="46" creationId="{378DDD74-F166-BD11-D0F3-11D160B5CC50}"/>
          </ac:cxnSpMkLst>
        </pc:cxnChg>
        <pc:cxnChg chg="del mod">
          <ac:chgData name="헌준 이" userId="8073b5fb8db5579d" providerId="LiveId" clId="{49670783-15DE-4829-9236-2BBBE3E8BD9D}" dt="2025-06-02T11:22:11.570" v="653" actId="478"/>
          <ac:cxnSpMkLst>
            <pc:docMk/>
            <pc:sldMk cId="4253841064" sldId="323"/>
            <ac:cxnSpMk id="48" creationId="{6C33BF63-BEB7-C073-F261-95C2AA027CF3}"/>
          </ac:cxnSpMkLst>
        </pc:cxnChg>
        <pc:cxnChg chg="del mod">
          <ac:chgData name="헌준 이" userId="8073b5fb8db5579d" providerId="LiveId" clId="{49670783-15DE-4829-9236-2BBBE3E8BD9D}" dt="2025-06-02T11:22:11.570" v="653" actId="478"/>
          <ac:cxnSpMkLst>
            <pc:docMk/>
            <pc:sldMk cId="4253841064" sldId="323"/>
            <ac:cxnSpMk id="50" creationId="{07894810-4CFB-653F-825E-7E3925FFFDCE}"/>
          </ac:cxnSpMkLst>
        </pc:cxnChg>
        <pc:cxnChg chg="del mod">
          <ac:chgData name="헌준 이" userId="8073b5fb8db5579d" providerId="LiveId" clId="{49670783-15DE-4829-9236-2BBBE3E8BD9D}" dt="2025-06-02T11:22:11.570" v="653" actId="478"/>
          <ac:cxnSpMkLst>
            <pc:docMk/>
            <pc:sldMk cId="4253841064" sldId="323"/>
            <ac:cxnSpMk id="52" creationId="{D03E93EB-D632-2E0A-D4FE-DFBAC61E661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6C9555-E0BB-40D6-8E08-2853EA699241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2D0CA-CD24-4539-A5B7-033A10A739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19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291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0182A-E86B-B464-3D86-831134B76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50F015-D7FC-8593-8AC1-BDC5FB502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7B4424-A7E5-1F71-D9A2-C6BFFF48D3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B9F07-F0DB-738A-C9A4-E5AF01A90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3201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99A66-EA98-A43A-6BB8-57E95970A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0CD014-E30A-D190-3ACB-0BB40E39D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134E98-12EC-77FD-BE40-DA0CC1513B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D5BCFF-DFBE-99C2-1A48-19E31A7BF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984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2D63F-2B2F-EF39-3094-1522EF7F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28C605-BD9D-8232-1D78-EF04A2E4ED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8FE641-9CD8-02D2-D08F-1230307AA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659592-63FF-7353-4AB4-9DAD27621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689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4EF79-1E11-C8E6-0907-ABF3E1A1D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EB826F-341F-6FD5-DA40-578163E79A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DB1F7A-63D6-0807-F8F6-66C8E2C6A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015806-F779-F00E-7EC7-D01983C01D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5249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291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47FE8-9670-349D-4F79-A9AF28FD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003934C-44A2-C54A-7FBA-78682538E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DCF6BE-7B3D-4087-568D-C47CB9DC5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453309-C46E-6CD4-E550-019C7A1B9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512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7393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5AE26-73E7-A527-2A13-3D0886A50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68B0D4-FF2F-70D3-B29B-CFBC31AB7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26A433-037A-1871-46E9-4A3EE5742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C73CE4-7183-82D3-E1A2-667EA5E9F6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864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7EA3D-9C63-0A18-2DFF-0F6C0F135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FD30B2-7B73-3ACB-25E1-0CE028295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C133B1-110D-4F60-2675-4D8A52034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ADD4E1-E100-A001-F8AC-3732B8653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4891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B1E37-A0E1-C992-47C2-F2B00063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D09054-71A5-C301-93F9-029FF6BAE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DFF6FC-632A-0B18-4808-613B8ED0C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514436-1245-8E27-90D6-C5031C3DAA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8521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829F8-63A4-55AC-7DC3-EA180FF2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1FA2F0-6B29-6784-8570-ADECCA1EE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F14A06-F637-B7F5-B912-C957737D7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B7A604-4A6F-5489-FAC7-15CD213AA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2D0CA-CD24-4539-A5B7-033A10A739A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171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61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38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8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36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336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6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095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928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39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035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05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F859F-CF65-4B20-8EAD-4E56D2836465}" type="datetimeFigureOut">
              <a:rPr lang="ko-KR" altLang="en-US" smtClean="0"/>
              <a:t>2025-06-02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FD830-C31C-46D1-A4C7-ECDA5FC00B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27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gif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11.gif"/><Relationship Id="rId4" Type="http://schemas.openxmlformats.org/officeDocument/2006/relationships/image" Target="../media/image2.svg"/><Relationship Id="rId9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8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svg"/><Relationship Id="rId9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2.svg"/><Relationship Id="rId9" Type="http://schemas.openxmlformats.org/officeDocument/2006/relationships/image" Target="../media/image12.jpe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12.jpe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17.jpe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31.jpeg"/><Relationship Id="rId3" Type="http://schemas.openxmlformats.org/officeDocument/2006/relationships/image" Target="../media/image26.svg"/><Relationship Id="rId7" Type="http://schemas.openxmlformats.org/officeDocument/2006/relationships/image" Target="../media/image23.png"/><Relationship Id="rId12" Type="http://schemas.openxmlformats.org/officeDocument/2006/relationships/image" Target="../media/image30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29.svg"/><Relationship Id="rId5" Type="http://schemas.openxmlformats.org/officeDocument/2006/relationships/image" Target="../media/image20.png"/><Relationship Id="rId10" Type="http://schemas.openxmlformats.org/officeDocument/2006/relationships/image" Target="../media/image28.png"/><Relationship Id="rId4" Type="http://schemas.openxmlformats.org/officeDocument/2006/relationships/image" Target="../media/image22.gif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6.svg"/><Relationship Id="rId7" Type="http://schemas.openxmlformats.org/officeDocument/2006/relationships/image" Target="../media/image23.png"/><Relationship Id="rId12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11" Type="http://schemas.openxmlformats.org/officeDocument/2006/relationships/image" Target="../media/image29.svg"/><Relationship Id="rId5" Type="http://schemas.openxmlformats.org/officeDocument/2006/relationships/image" Target="../media/image20.png"/><Relationship Id="rId10" Type="http://schemas.openxmlformats.org/officeDocument/2006/relationships/image" Target="../media/image28.png"/><Relationship Id="rId4" Type="http://schemas.openxmlformats.org/officeDocument/2006/relationships/image" Target="../media/image22.gif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3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svg"/><Relationship Id="rId7" Type="http://schemas.openxmlformats.org/officeDocument/2006/relationships/image" Target="../media/image2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33.gif"/><Relationship Id="rId5" Type="http://schemas.openxmlformats.org/officeDocument/2006/relationships/image" Target="../media/image21.svg"/><Relationship Id="rId10" Type="http://schemas.openxmlformats.org/officeDocument/2006/relationships/image" Target="../media/image29.sv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5.png"/><Relationship Id="rId3" Type="http://schemas.openxmlformats.org/officeDocument/2006/relationships/image" Target="../media/image26.svg"/><Relationship Id="rId7" Type="http://schemas.openxmlformats.org/officeDocument/2006/relationships/image" Target="../media/image24.svg"/><Relationship Id="rId12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33.gif"/><Relationship Id="rId5" Type="http://schemas.openxmlformats.org/officeDocument/2006/relationships/image" Target="../media/image21.svg"/><Relationship Id="rId10" Type="http://schemas.openxmlformats.org/officeDocument/2006/relationships/image" Target="../media/image29.sv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svg"/><Relationship Id="rId7" Type="http://schemas.openxmlformats.org/officeDocument/2006/relationships/image" Target="../media/image2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33.gif"/><Relationship Id="rId5" Type="http://schemas.openxmlformats.org/officeDocument/2006/relationships/image" Target="../media/image21.svg"/><Relationship Id="rId10" Type="http://schemas.openxmlformats.org/officeDocument/2006/relationships/image" Target="../media/image29.sv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7.png"/><Relationship Id="rId3" Type="http://schemas.openxmlformats.org/officeDocument/2006/relationships/image" Target="../media/image26.svg"/><Relationship Id="rId7" Type="http://schemas.openxmlformats.org/officeDocument/2006/relationships/image" Target="../media/image24.svg"/><Relationship Id="rId12" Type="http://schemas.openxmlformats.org/officeDocument/2006/relationships/image" Target="../media/image3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33.gif"/><Relationship Id="rId5" Type="http://schemas.openxmlformats.org/officeDocument/2006/relationships/image" Target="../media/image21.svg"/><Relationship Id="rId10" Type="http://schemas.openxmlformats.org/officeDocument/2006/relationships/image" Target="../media/image29.sv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gif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1.svg"/><Relationship Id="rId7" Type="http://schemas.openxmlformats.org/officeDocument/2006/relationships/image" Target="../media/image3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gif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21.svg"/><Relationship Id="rId7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gif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41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1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svg"/><Relationship Id="rId7" Type="http://schemas.openxmlformats.org/officeDocument/2006/relationships/image" Target="../media/image2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41.gif"/><Relationship Id="rId5" Type="http://schemas.openxmlformats.org/officeDocument/2006/relationships/image" Target="../media/image21.svg"/><Relationship Id="rId10" Type="http://schemas.openxmlformats.org/officeDocument/2006/relationships/image" Target="../media/image29.sv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9.png"/><Relationship Id="rId5" Type="http://schemas.openxmlformats.org/officeDocument/2006/relationships/image" Target="../media/image4.svg"/><Relationship Id="rId10" Type="http://schemas.openxmlformats.org/officeDocument/2006/relationships/image" Target="../media/image18.jpe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42.gif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43.gif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362AEAB1-45BF-8E92-2214-338B45F65ED2}"/>
              </a:ext>
            </a:extLst>
          </p:cNvPr>
          <p:cNvGrpSpPr/>
          <p:nvPr/>
        </p:nvGrpSpPr>
        <p:grpSpPr>
          <a:xfrm>
            <a:off x="0" y="27384"/>
            <a:ext cx="12192000" cy="6858000"/>
            <a:chOff x="0" y="27384"/>
            <a:chExt cx="12192000" cy="6858000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0DBEDE5-3518-D9AB-ACC8-2729BAACCEF8}"/>
                </a:ext>
              </a:extLst>
            </p:cNvPr>
            <p:cNvGrpSpPr/>
            <p:nvPr/>
          </p:nvGrpSpPr>
          <p:grpSpPr>
            <a:xfrm>
              <a:off x="0" y="27384"/>
              <a:ext cx="12192000" cy="6858000"/>
              <a:chOff x="0" y="27384"/>
              <a:chExt cx="12192000" cy="6858000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A7DE6395-46A7-E338-D3AA-0388E3789D16}"/>
                  </a:ext>
                </a:extLst>
              </p:cNvPr>
              <p:cNvSpPr/>
              <p:nvPr/>
            </p:nvSpPr>
            <p:spPr>
              <a:xfrm>
                <a:off x="0" y="27384"/>
                <a:ext cx="12192000" cy="6858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1" name="그래픽 30">
                <a:extLst>
                  <a:ext uri="{FF2B5EF4-FFF2-40B4-BE49-F238E27FC236}">
                    <a16:creationId xmlns:a16="http://schemas.microsoft.com/office/drawing/2014/main" id="{2112FC0D-1FB9-C5EB-A32D-0B917B76B5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0640" y="6021288"/>
                <a:ext cx="982117" cy="407671"/>
              </a:xfrm>
              <a:prstGeom prst="rect">
                <a:avLst/>
              </a:prstGeom>
            </p:spPr>
          </p:pic>
          <p:pic>
            <p:nvPicPr>
              <p:cNvPr id="32" name="그래픽 31">
                <a:extLst>
                  <a:ext uri="{FF2B5EF4-FFF2-40B4-BE49-F238E27FC236}">
                    <a16:creationId xmlns:a16="http://schemas.microsoft.com/office/drawing/2014/main" id="{8A399EBE-8F7F-8D9F-9A45-47E28BD0CA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449243" y="6021288"/>
                <a:ext cx="982117" cy="407671"/>
              </a:xfrm>
              <a:prstGeom prst="rect">
                <a:avLst/>
              </a:prstGeom>
            </p:spPr>
          </p:pic>
        </p:grp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93F9ED57-EBB4-4248-AF95-EA90F1C969E0}"/>
                </a:ext>
              </a:extLst>
            </p:cNvPr>
            <p:cNvSpPr/>
            <p:nvPr/>
          </p:nvSpPr>
          <p:spPr>
            <a:xfrm>
              <a:off x="2531604" y="207821"/>
              <a:ext cx="7128792" cy="6442359"/>
            </a:xfrm>
            <a:prstGeom prst="roundRect">
              <a:avLst>
                <a:gd name="adj" fmla="val 277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76A13099-D0A8-6E9E-8FC5-A777D307E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1579" y="1412776"/>
              <a:ext cx="1752368" cy="1707436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033984D1-EDFE-D6AD-212E-028047DC4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82986" y="1424758"/>
              <a:ext cx="1707435" cy="1729902"/>
            </a:xfrm>
            <a:prstGeom prst="rect">
              <a:avLst/>
            </a:prstGeom>
          </p:spPr>
        </p:pic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CF4BDE6B-CDD9-E61A-B2CD-A6B2B7B017B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39616" y="332656"/>
              <a:ext cx="6912768" cy="6192688"/>
            </a:xfrm>
            <a:prstGeom prst="rect">
              <a:avLst/>
            </a:prstGeom>
          </p:spPr>
        </p:pic>
      </p:grpSp>
      <p:sp>
        <p:nvSpPr>
          <p:cNvPr id="10" name="TextBox 9"/>
          <p:cNvSpPr txBox="1"/>
          <p:nvPr/>
        </p:nvSpPr>
        <p:spPr>
          <a:xfrm>
            <a:off x="4892364" y="3829256"/>
            <a:ext cx="257178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2400" dirty="0">
                <a:solidFill>
                  <a:srgbClr val="FFC000"/>
                </a:solidFill>
                <a:latin typeface="궁서" panose="02030600000101010101" pitchFamily="18" charset="-127"/>
                <a:ea typeface="궁서" panose="02030600000101010101" pitchFamily="18" charset="-127"/>
                <a:cs typeface="Open Sans Extrabold" panose="020B0906030804020204" pitchFamily="34" charset="0"/>
              </a:rPr>
              <a:t>PO</a:t>
            </a:r>
            <a:r>
              <a:rPr lang="ko-KR" altLang="en-US" sz="2400" dirty="0">
                <a:solidFill>
                  <a:srgbClr val="FFC000"/>
                </a:solidFill>
                <a:latin typeface="궁서" panose="02030600000101010101" pitchFamily="18" charset="-127"/>
                <a:ea typeface="궁서" panose="02030600000101010101" pitchFamily="18" charset="-127"/>
                <a:cs typeface="Open Sans Extrabold" panose="020B0906030804020204" pitchFamily="34" charset="0"/>
              </a:rPr>
              <a:t>ＫＥＴＯＤＯ</a:t>
            </a:r>
            <a:endParaRPr lang="en-US" altLang="ko-KR" sz="2400" dirty="0">
              <a:solidFill>
                <a:srgbClr val="FFC000"/>
              </a:solidFill>
              <a:latin typeface="궁서" panose="02030600000101010101" pitchFamily="18" charset="-127"/>
              <a:ea typeface="궁서" panose="02030600000101010101" pitchFamily="18" charset="-127"/>
              <a:cs typeface="Open Sans Extrabold" panose="020B0906030804020204" pitchFamily="34" charset="0"/>
            </a:endParaRPr>
          </a:p>
          <a:p>
            <a:pPr algn="dist"/>
            <a:r>
              <a:rPr lang="en-US" altLang="ko-KR" sz="1400" dirty="0">
                <a:latin typeface="페이퍼로지 6 SemiBold" pitchFamily="2" charset="-127"/>
                <a:ea typeface="페이퍼로지 6 SemiBold" pitchFamily="2" charset="-127"/>
                <a:cs typeface="Open Sans Extrabold" panose="020B0906030804020204" pitchFamily="34" charset="0"/>
              </a:rPr>
              <a:t>PRESENT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102" y="2492896"/>
            <a:ext cx="1557796" cy="110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916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E871A-7716-1F3D-4944-FC9EBC9C3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560BA1F7-B3D4-FBBD-C9D2-4DFB5509483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A6E9410-8E20-5485-9D61-0401891EBE2F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AB01CA8-F5AE-1E79-4CF4-076BC8488CAB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pic>
            <p:nvPicPr>
              <p:cNvPr id="25" name="그래픽 24">
                <a:extLst>
                  <a:ext uri="{FF2B5EF4-FFF2-40B4-BE49-F238E27FC236}">
                    <a16:creationId xmlns:a16="http://schemas.microsoft.com/office/drawing/2014/main" id="{814F8AA1-7746-C41D-2C82-C1078D9298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0640" y="6021288"/>
                <a:ext cx="982117" cy="407671"/>
              </a:xfrm>
              <a:prstGeom prst="rect">
                <a:avLst/>
              </a:prstGeom>
            </p:spPr>
          </p:pic>
          <p:pic>
            <p:nvPicPr>
              <p:cNvPr id="26" name="그래픽 25">
                <a:extLst>
                  <a:ext uri="{FF2B5EF4-FFF2-40B4-BE49-F238E27FC236}">
                    <a16:creationId xmlns:a16="http://schemas.microsoft.com/office/drawing/2014/main" id="{4D26DA9A-F80F-3DE1-E466-1763F4AEA8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449243" y="6021288"/>
                <a:ext cx="982117" cy="407671"/>
              </a:xfrm>
              <a:prstGeom prst="rect">
                <a:avLst/>
              </a:prstGeom>
            </p:spPr>
          </p:pic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22EBE0DA-F8B0-F4EC-E23F-40ECEAFD2EF9}"/>
                </a:ext>
              </a:extLst>
            </p:cNvPr>
            <p:cNvSpPr/>
            <p:nvPr/>
          </p:nvSpPr>
          <p:spPr>
            <a:xfrm>
              <a:off x="2531604" y="207821"/>
              <a:ext cx="7128792" cy="6442359"/>
            </a:xfrm>
            <a:prstGeom prst="roundRect">
              <a:avLst>
                <a:gd name="adj" fmla="val 277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C6D3265F-76E7-CAD5-AAB1-F5BBA7C81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1579" y="1412776"/>
              <a:ext cx="1752368" cy="1707436"/>
            </a:xfrm>
            <a:prstGeom prst="rect">
              <a:avLst/>
            </a:prstGeom>
          </p:spPr>
        </p:pic>
        <p:pic>
          <p:nvPicPr>
            <p:cNvPr id="22" name="그래픽 21">
              <a:extLst>
                <a:ext uri="{FF2B5EF4-FFF2-40B4-BE49-F238E27FC236}">
                  <a16:creationId xmlns:a16="http://schemas.microsoft.com/office/drawing/2014/main" id="{8DB9FFEF-65A6-1C75-FF2A-52DA6337A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82986" y="1424758"/>
              <a:ext cx="1707435" cy="1729902"/>
            </a:xfrm>
            <a:prstGeom prst="rect">
              <a:avLst/>
            </a:prstGeom>
          </p:spPr>
        </p:pic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272BB95B-D49C-E401-94F3-F1BFA69975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476672"/>
            <a:ext cx="6624736" cy="59046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E9C1768-79F3-5F72-0337-7ED5F702D7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764" y="1424758"/>
            <a:ext cx="4248472" cy="236215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DD45A236-89E1-A70E-7D05-8D297215D243}"/>
              </a:ext>
            </a:extLst>
          </p:cNvPr>
          <p:cNvGrpSpPr/>
          <p:nvPr/>
        </p:nvGrpSpPr>
        <p:grpSpPr>
          <a:xfrm>
            <a:off x="3177193" y="3280872"/>
            <a:ext cx="5850237" cy="1300104"/>
            <a:chOff x="2441119" y="3405292"/>
            <a:chExt cx="4680519" cy="104015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88CA6E-D6C5-AFEC-E972-AFC8B3ABE31B}"/>
                </a:ext>
              </a:extLst>
            </p:cNvPr>
            <p:cNvSpPr txBox="1"/>
            <p:nvPr/>
          </p:nvSpPr>
          <p:spPr>
            <a:xfrm>
              <a:off x="2606720" y="3405292"/>
              <a:ext cx="4313280" cy="6155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400" b="1" spc="3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Open Sans Extrabold" panose="020B0906030804020204" pitchFamily="34" charset="0"/>
                </a:rPr>
                <a:t>P</a:t>
              </a:r>
              <a:r>
                <a:rPr lang="ko-KR" altLang="en-US" sz="4400" b="1" spc="300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Open Sans Extrabold" panose="020B0906030804020204" pitchFamily="34" charset="0"/>
                </a:rPr>
                <a:t>ＯＫＥ　ＴＯＤＯ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39BD8FF-1BB6-3C04-1C19-AB4738BFB093}"/>
                </a:ext>
              </a:extLst>
            </p:cNvPr>
            <p:cNvSpPr txBox="1"/>
            <p:nvPr/>
          </p:nvSpPr>
          <p:spPr>
            <a:xfrm>
              <a:off x="2441119" y="4125338"/>
              <a:ext cx="4680519" cy="320110"/>
            </a:xfrm>
            <a:prstGeom prst="rect">
              <a:avLst/>
            </a:prstGeom>
            <a:solidFill>
              <a:schemeClr val="bg1"/>
            </a:solidFill>
            <a:scene3d>
              <a:camera prst="obliqueTop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b="1" spc="300" dirty="0" err="1">
                  <a:solidFill>
                    <a:srgbClr val="213EA5"/>
                  </a:solidFill>
                  <a:latin typeface="페이퍼로지 7 Bold" charset="-127"/>
                  <a:ea typeface="페이퍼로지 7 Bold" charset="-127"/>
                </a:rPr>
                <a:t>Ｐｏｋｅｍｏｎ</a:t>
              </a:r>
              <a:r>
                <a:rPr lang="ko-KR" altLang="en-US" sz="2000" b="1" spc="300" dirty="0">
                  <a:solidFill>
                    <a:srgbClr val="213EA5"/>
                  </a:solidFill>
                  <a:latin typeface="페이퍼로지 7 Bold" charset="-127"/>
                  <a:ea typeface="페이퍼로지 7 Bold" charset="-127"/>
                </a:rPr>
                <a:t>　＋　</a:t>
              </a:r>
              <a:r>
                <a:rPr lang="ko-KR" altLang="en-US" sz="2000" b="1" spc="300" dirty="0" err="1">
                  <a:solidFill>
                    <a:srgbClr val="213EA5"/>
                  </a:solidFill>
                  <a:latin typeface="페이퍼로지 7 Bold" charset="-127"/>
                  <a:ea typeface="페이퍼로지 7 Bold" charset="-127"/>
                </a:rPr>
                <a:t>ＴｏｄｏＬｉｓｔ</a:t>
              </a:r>
              <a:endParaRPr lang="ko-KR" altLang="en-US" sz="2000" b="1" spc="300" dirty="0">
                <a:solidFill>
                  <a:srgbClr val="213EA5"/>
                </a:solidFill>
                <a:latin typeface="페이퍼로지 7 Bold" charset="-127"/>
                <a:ea typeface="페이퍼로지 7 Bold" charset="-127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C9901CF-79D1-FA7C-2248-A320D22ED73A}"/>
              </a:ext>
            </a:extLst>
          </p:cNvPr>
          <p:cNvSpPr txBox="1"/>
          <p:nvPr/>
        </p:nvSpPr>
        <p:spPr>
          <a:xfrm>
            <a:off x="4518484" y="5836622"/>
            <a:ext cx="3155031" cy="369332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Made by</a:t>
            </a:r>
            <a:r>
              <a:rPr lang="ko-KR" altLang="en-US" b="1" dirty="0">
                <a:solidFill>
                  <a:schemeClr val="bg1"/>
                </a:solidFill>
                <a:latin typeface="페이퍼로지 5 Medium" pitchFamily="2" charset="-127"/>
                <a:ea typeface="페이퍼로지 5 Medium" pitchFamily="2" charset="-127"/>
              </a:rPr>
              <a:t>　</a:t>
            </a:r>
            <a:r>
              <a:rPr lang="ja-JP" altLang="en-US" b="1" dirty="0">
                <a:solidFill>
                  <a:schemeClr val="bg1"/>
                </a:solidFill>
              </a:rPr>
              <a:t>どきどき　げくじぷ</a:t>
            </a:r>
            <a:endParaRPr lang="ko-KR" altLang="en-US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28" name="그래픽 27">
            <a:extLst>
              <a:ext uri="{FF2B5EF4-FFF2-40B4-BE49-F238E27FC236}">
                <a16:creationId xmlns:a16="http://schemas.microsoft.com/office/drawing/2014/main" id="{DA041B5B-888B-BDE1-FF91-EBF39B7141C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39616" y="332656"/>
            <a:ext cx="6912768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4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1DE1D-4680-0FFE-0675-60AB8CD53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6E9A75AD-9E5A-5E82-7CDE-4FE0D14FC926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1D373F3-54FC-3C50-559A-2DE299E28B66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1FFF6941-DDFF-6C3B-CF4C-5850153B6C53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pic>
            <p:nvPicPr>
              <p:cNvPr id="28" name="그래픽 27">
                <a:extLst>
                  <a:ext uri="{FF2B5EF4-FFF2-40B4-BE49-F238E27FC236}">
                    <a16:creationId xmlns:a16="http://schemas.microsoft.com/office/drawing/2014/main" id="{41878E22-98DF-E174-5662-2E865CC6F6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0640" y="6021288"/>
                <a:ext cx="982117" cy="407671"/>
              </a:xfrm>
              <a:prstGeom prst="rect">
                <a:avLst/>
              </a:prstGeom>
            </p:spPr>
          </p:pic>
          <p:pic>
            <p:nvPicPr>
              <p:cNvPr id="29" name="그래픽 28">
                <a:extLst>
                  <a:ext uri="{FF2B5EF4-FFF2-40B4-BE49-F238E27FC236}">
                    <a16:creationId xmlns:a16="http://schemas.microsoft.com/office/drawing/2014/main" id="{114A40FD-6665-A992-2A93-7E4C17C0D2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449243" y="6021288"/>
                <a:ext cx="982117" cy="407671"/>
              </a:xfrm>
              <a:prstGeom prst="rect">
                <a:avLst/>
              </a:prstGeom>
            </p:spPr>
          </p:pic>
        </p:grp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06B1DA3F-5C95-674E-1060-2B80F46E7F3A}"/>
                </a:ext>
              </a:extLst>
            </p:cNvPr>
            <p:cNvSpPr/>
            <p:nvPr/>
          </p:nvSpPr>
          <p:spPr>
            <a:xfrm>
              <a:off x="2531604" y="207821"/>
              <a:ext cx="7128792" cy="6442359"/>
            </a:xfrm>
            <a:prstGeom prst="roundRect">
              <a:avLst>
                <a:gd name="adj" fmla="val 277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D9221890-00E1-3F86-95C8-242BA9D48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1579" y="1412776"/>
              <a:ext cx="1752368" cy="1707436"/>
            </a:xfrm>
            <a:prstGeom prst="rect">
              <a:avLst/>
            </a:prstGeom>
          </p:spPr>
        </p:pic>
        <p:pic>
          <p:nvPicPr>
            <p:cNvPr id="26" name="그래픽 25">
              <a:extLst>
                <a:ext uri="{FF2B5EF4-FFF2-40B4-BE49-F238E27FC236}">
                  <a16:creationId xmlns:a16="http://schemas.microsoft.com/office/drawing/2014/main" id="{9DA44F55-84C8-1545-D615-F3DB0F40B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82986" y="1424758"/>
              <a:ext cx="1707435" cy="1729902"/>
            </a:xfrm>
            <a:prstGeom prst="rect">
              <a:avLst/>
            </a:prstGeom>
          </p:spPr>
        </p:pic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9DAF41C-3A6E-296C-D535-E9CE2B88B102}"/>
              </a:ext>
            </a:extLst>
          </p:cNvPr>
          <p:cNvSpPr/>
          <p:nvPr/>
        </p:nvSpPr>
        <p:spPr>
          <a:xfrm>
            <a:off x="2531604" y="207821"/>
            <a:ext cx="7128792" cy="6442359"/>
          </a:xfrm>
          <a:prstGeom prst="roundRect">
            <a:avLst>
              <a:gd name="adj" fmla="val 27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067A878-9007-E50A-E8C6-678708608EF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1" y="427596"/>
            <a:ext cx="6624737" cy="59537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F66058B-9390-7A1E-74FB-9584CBEFA95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29"/>
          <a:stretch/>
        </p:blipFill>
        <p:spPr>
          <a:xfrm>
            <a:off x="5690846" y="2619740"/>
            <a:ext cx="745992" cy="84089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D05B37D-B559-290E-F412-C70EBA0032F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5690846" y="2627918"/>
            <a:ext cx="659338" cy="840894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1B7B0C8-B192-3CA6-9C56-74D6F0326349}"/>
              </a:ext>
            </a:extLst>
          </p:cNvPr>
          <p:cNvGrpSpPr/>
          <p:nvPr/>
        </p:nvGrpSpPr>
        <p:grpSpPr>
          <a:xfrm>
            <a:off x="4724371" y="6389506"/>
            <a:ext cx="2592288" cy="468494"/>
            <a:chOff x="4724371" y="6389506"/>
            <a:chExt cx="2592288" cy="46849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9EDC819-6517-30ED-5BB9-1B1E074C2C47}"/>
                </a:ext>
              </a:extLst>
            </p:cNvPr>
            <p:cNvSpPr/>
            <p:nvPr/>
          </p:nvSpPr>
          <p:spPr>
            <a:xfrm>
              <a:off x="4724371" y="6389506"/>
              <a:ext cx="2592288" cy="260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1059B18-3C10-5E03-108F-D33C90BDBF8C}"/>
                </a:ext>
              </a:extLst>
            </p:cNvPr>
            <p:cNvSpPr/>
            <p:nvPr/>
          </p:nvSpPr>
          <p:spPr>
            <a:xfrm>
              <a:off x="4724371" y="6650180"/>
              <a:ext cx="2592288" cy="2078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래픽 10">
            <a:extLst>
              <a:ext uri="{FF2B5EF4-FFF2-40B4-BE49-F238E27FC236}">
                <a16:creationId xmlns:a16="http://schemas.microsoft.com/office/drawing/2014/main" id="{E229AF5C-1DC9-C810-6E31-09B122FFB9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39616" y="332656"/>
            <a:ext cx="6912768" cy="619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9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4970B-0716-47B4-3DA2-00EF1B726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DA010A07-C00D-DA9A-151B-3369F866C9A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20C44E5-F2B3-D2C6-1B05-D100C80AA6A5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CEC73FB9-F7FB-0453-E0C1-C891398151D2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/>
              </a:p>
            </p:txBody>
          </p:sp>
          <p:pic>
            <p:nvPicPr>
              <p:cNvPr id="32" name="그래픽 31">
                <a:extLst>
                  <a:ext uri="{FF2B5EF4-FFF2-40B4-BE49-F238E27FC236}">
                    <a16:creationId xmlns:a16="http://schemas.microsoft.com/office/drawing/2014/main" id="{97418E76-15DC-D484-66FA-69B376379B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0640" y="6021288"/>
                <a:ext cx="982117" cy="407671"/>
              </a:xfrm>
              <a:prstGeom prst="rect">
                <a:avLst/>
              </a:prstGeom>
            </p:spPr>
          </p:pic>
          <p:pic>
            <p:nvPicPr>
              <p:cNvPr id="33" name="그래픽 32">
                <a:extLst>
                  <a:ext uri="{FF2B5EF4-FFF2-40B4-BE49-F238E27FC236}">
                    <a16:creationId xmlns:a16="http://schemas.microsoft.com/office/drawing/2014/main" id="{3C8CC1DE-D39B-1AFE-2121-6AE4AD39F7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449243" y="6021288"/>
                <a:ext cx="982117" cy="407671"/>
              </a:xfrm>
              <a:prstGeom prst="rect">
                <a:avLst/>
              </a:prstGeom>
            </p:spPr>
          </p:pic>
        </p:grp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4C35863-2A50-46FD-42E7-4B253DAF69D1}"/>
                </a:ext>
              </a:extLst>
            </p:cNvPr>
            <p:cNvSpPr/>
            <p:nvPr/>
          </p:nvSpPr>
          <p:spPr>
            <a:xfrm>
              <a:off x="2531604" y="207821"/>
              <a:ext cx="7128792" cy="6442359"/>
            </a:xfrm>
            <a:prstGeom prst="roundRect">
              <a:avLst>
                <a:gd name="adj" fmla="val 277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D1B8ACDC-2420-E9E0-33F8-58D7532CF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1579" y="1412776"/>
              <a:ext cx="1752368" cy="1707436"/>
            </a:xfrm>
            <a:prstGeom prst="rect">
              <a:avLst/>
            </a:prstGeom>
          </p:spPr>
        </p:pic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D66A8983-73FE-2AFB-5A1D-835ADB64E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82986" y="1424758"/>
              <a:ext cx="1707435" cy="1729902"/>
            </a:xfrm>
            <a:prstGeom prst="rect">
              <a:avLst/>
            </a:prstGeom>
          </p:spPr>
        </p:pic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70441D1-F2CB-39DA-5601-687E593DDB48}"/>
              </a:ext>
            </a:extLst>
          </p:cNvPr>
          <p:cNvSpPr/>
          <p:nvPr/>
        </p:nvSpPr>
        <p:spPr>
          <a:xfrm>
            <a:off x="2531604" y="207821"/>
            <a:ext cx="7128792" cy="6442359"/>
          </a:xfrm>
          <a:prstGeom prst="roundRect">
            <a:avLst>
              <a:gd name="adj" fmla="val 27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185888E-9BFF-A5C5-ED03-DDA66090B1E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1" y="427596"/>
            <a:ext cx="6624737" cy="595373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2CABA23-810D-5389-B8E6-B2EEF24F3780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5690846" y="2627918"/>
            <a:ext cx="659338" cy="840894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4A560889-8439-3F21-ADFE-0B0C682FB9AD}"/>
              </a:ext>
            </a:extLst>
          </p:cNvPr>
          <p:cNvGrpSpPr/>
          <p:nvPr/>
        </p:nvGrpSpPr>
        <p:grpSpPr>
          <a:xfrm>
            <a:off x="4724371" y="6389506"/>
            <a:ext cx="2592288" cy="468494"/>
            <a:chOff x="4724371" y="6389506"/>
            <a:chExt cx="2592288" cy="46849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2459589-16AD-73B0-76DF-A5C35E541BBF}"/>
                </a:ext>
              </a:extLst>
            </p:cNvPr>
            <p:cNvSpPr/>
            <p:nvPr/>
          </p:nvSpPr>
          <p:spPr>
            <a:xfrm>
              <a:off x="4724371" y="6389506"/>
              <a:ext cx="2592288" cy="2606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9F534F6-5150-7856-0055-E117A5E4F577}"/>
                </a:ext>
              </a:extLst>
            </p:cNvPr>
            <p:cNvSpPr/>
            <p:nvPr/>
          </p:nvSpPr>
          <p:spPr>
            <a:xfrm>
              <a:off x="4724371" y="6650180"/>
              <a:ext cx="2592288" cy="20782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1" name="그래픽 10">
            <a:extLst>
              <a:ext uri="{FF2B5EF4-FFF2-40B4-BE49-F238E27FC236}">
                <a16:creationId xmlns:a16="http://schemas.microsoft.com/office/drawing/2014/main" id="{6751DEE8-55A9-BE1D-545B-B4D2430A4D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39616" y="332656"/>
            <a:ext cx="6912768" cy="6192688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F28550DC-74FD-76B4-E6CC-3F0D48B9EBD0}"/>
              </a:ext>
            </a:extLst>
          </p:cNvPr>
          <p:cNvGrpSpPr/>
          <p:nvPr/>
        </p:nvGrpSpPr>
        <p:grpSpPr>
          <a:xfrm>
            <a:off x="6305251" y="1574534"/>
            <a:ext cx="3732802" cy="3514450"/>
            <a:chOff x="6350184" y="1412776"/>
            <a:chExt cx="3732802" cy="35144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317A594-27CB-7ECB-DBFF-0B82769B0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0184" y="1412776"/>
              <a:ext cx="3732802" cy="3514450"/>
            </a:xfrm>
            <a:prstGeom prst="rect">
              <a:avLst/>
            </a:prstGeom>
          </p:spPr>
        </p:pic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9E9241B-F28E-D3AF-6DED-F51922769DB3}"/>
                </a:ext>
              </a:extLst>
            </p:cNvPr>
            <p:cNvGrpSpPr/>
            <p:nvPr/>
          </p:nvGrpSpPr>
          <p:grpSpPr>
            <a:xfrm>
              <a:off x="6825669" y="2004806"/>
              <a:ext cx="2867160" cy="2273580"/>
              <a:chOff x="5464139" y="1916832"/>
              <a:chExt cx="2867160" cy="2273580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24E5A6-B73D-61C0-9CBB-B41E26F68141}"/>
                  </a:ext>
                </a:extLst>
              </p:cNvPr>
              <p:cNvSpPr txBox="1"/>
              <p:nvPr/>
            </p:nvSpPr>
            <p:spPr>
              <a:xfrm>
                <a:off x="5874338" y="1916832"/>
                <a:ext cx="1946084" cy="369332"/>
              </a:xfrm>
              <a:prstGeom prst="rect">
                <a:avLst/>
              </a:prstGeom>
              <a:noFill/>
              <a:scene3d>
                <a:camera prst="obliqueTopLeft"/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ko-KR" dirty="0">
                    <a:latin typeface="페이퍼로지 7 Bold" pitchFamily="2" charset="-127"/>
                    <a:ea typeface="페이퍼로지 7 Bold" pitchFamily="2" charset="-127"/>
                    <a:cs typeface="Open Sans Extrabold" panose="020B0906030804020204" pitchFamily="34" charset="0"/>
                  </a:rPr>
                  <a:t>CONTENTS</a:t>
                </a:r>
                <a:endParaRPr lang="ko-KR" altLang="en-US" dirty="0">
                  <a:latin typeface="페이퍼로지 7 Bold" pitchFamily="2" charset="-127"/>
                  <a:ea typeface="페이퍼로지 7 Bold" pitchFamily="2" charset="-127"/>
                  <a:cs typeface="Open Sans Extrabold" panose="020B0906030804020204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3F6302A-27C4-4390-2FF9-A535F4C8F76F}"/>
                  </a:ext>
                </a:extLst>
              </p:cNvPr>
              <p:cNvSpPr txBox="1"/>
              <p:nvPr/>
            </p:nvSpPr>
            <p:spPr>
              <a:xfrm>
                <a:off x="5752170" y="2492896"/>
                <a:ext cx="2579129" cy="1697516"/>
              </a:xfrm>
              <a:prstGeom prst="rect">
                <a:avLst/>
              </a:prstGeom>
              <a:noFill/>
              <a:scene3d>
                <a:camera prst="obliqueTopLeft"/>
                <a:lightRig rig="threePt" dir="t"/>
              </a:scene3d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Open Sans Extrabold" panose="020B0906030804020204" pitchFamily="34" charset="0"/>
                  </a:rPr>
                  <a:t>PokeTodo</a:t>
                </a:r>
                <a:endParaRPr lang="en-US" altLang="ko-KR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charset="-127"/>
                  <a:ea typeface="페이퍼로지 5 Medium" charset="-127"/>
                  <a:cs typeface="Open Sans Extrabold" panose="020B0906030804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charset="-127"/>
                    <a:ea typeface="페이퍼로지 5 Medium" charset="-127"/>
                    <a:cs typeface="Open Sans Extrabold" panose="020B0906030804020204" pitchFamily="34" charset="0"/>
                  </a:rPr>
                  <a:t>OOP</a:t>
                </a:r>
                <a:endPara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  <a:cs typeface="Open Sans Extrabold" panose="020B0906030804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페이퍼로지 5 Medium" pitchFamily="2" charset="-127"/>
                    <a:ea typeface="페이퍼로지 5 Medium" pitchFamily="2" charset="-127"/>
                    <a:cs typeface="Open Sans Extrabold" panose="020B0906030804020204" pitchFamily="34" charset="0"/>
                  </a:rPr>
                  <a:t>Difficult Thing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HY견고딕" panose="02030600000101010101" pitchFamily="18" charset="-127"/>
                    <a:ea typeface="HY견고딕" panose="02030600000101010101" pitchFamily="18" charset="-127"/>
                    <a:cs typeface="Open Sans Extrabold" panose="020B0906030804020204" pitchFamily="34" charset="0"/>
                  </a:rPr>
                  <a:t>아쉬웠던 점</a:t>
                </a:r>
                <a:endParaRPr lang="en-US" altLang="ko-KR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HY견고딕" panose="02030600000101010101" pitchFamily="18" charset="-127"/>
                  <a:ea typeface="HY견고딕" panose="02030600000101010101" pitchFamily="18" charset="-127"/>
                  <a:cs typeface="Open Sans Extrabold" panose="020B0906030804020204" pitchFamily="34" charset="0"/>
                </a:endParaRPr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9FE0A1E5-BFE8-3670-3278-195E75819C68}"/>
                  </a:ext>
                </a:extLst>
              </p:cNvPr>
              <p:cNvGrpSpPr/>
              <p:nvPr/>
            </p:nvGrpSpPr>
            <p:grpSpPr>
              <a:xfrm>
                <a:off x="5464139" y="2636454"/>
                <a:ext cx="288032" cy="1491697"/>
                <a:chOff x="5308341" y="2636454"/>
                <a:chExt cx="288032" cy="1491697"/>
              </a:xfrm>
            </p:grpSpPr>
            <p:pic>
              <p:nvPicPr>
                <p:cNvPr id="22" name="그림 21">
                  <a:extLst>
                    <a:ext uri="{FF2B5EF4-FFF2-40B4-BE49-F238E27FC236}">
                      <a16:creationId xmlns:a16="http://schemas.microsoft.com/office/drawing/2014/main" id="{EA033BA3-72D0-93EC-F9B0-DB5A3CC2B5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689" t="22978" r="26889" b="26889"/>
                <a:stretch/>
              </p:blipFill>
              <p:spPr>
                <a:xfrm>
                  <a:off x="5308341" y="2636454"/>
                  <a:ext cx="288032" cy="292176"/>
                </a:xfrm>
                <a:prstGeom prst="rect">
                  <a:avLst/>
                </a:prstGeom>
              </p:spPr>
            </p:pic>
            <p:pic>
              <p:nvPicPr>
                <p:cNvPr id="23" name="그림 22">
                  <a:extLst>
                    <a:ext uri="{FF2B5EF4-FFF2-40B4-BE49-F238E27FC236}">
                      <a16:creationId xmlns:a16="http://schemas.microsoft.com/office/drawing/2014/main" id="{015CC7DA-C175-E6DF-647B-9EC2CCA0B3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689" t="22978" r="26889" b="26889"/>
                <a:stretch/>
              </p:blipFill>
              <p:spPr>
                <a:xfrm>
                  <a:off x="5308341" y="3036294"/>
                  <a:ext cx="288032" cy="292176"/>
                </a:xfrm>
                <a:prstGeom prst="rect">
                  <a:avLst/>
                </a:prstGeom>
              </p:spPr>
            </p:pic>
            <p:pic>
              <p:nvPicPr>
                <p:cNvPr id="24" name="그림 23">
                  <a:extLst>
                    <a:ext uri="{FF2B5EF4-FFF2-40B4-BE49-F238E27FC236}">
                      <a16:creationId xmlns:a16="http://schemas.microsoft.com/office/drawing/2014/main" id="{C135F3A8-354D-F7A7-919F-E28C80DF34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689" t="22978" r="26889" b="26889"/>
                <a:stretch/>
              </p:blipFill>
              <p:spPr>
                <a:xfrm>
                  <a:off x="5308341" y="3436134"/>
                  <a:ext cx="288032" cy="292176"/>
                </a:xfrm>
                <a:prstGeom prst="rect">
                  <a:avLst/>
                </a:prstGeom>
              </p:spPr>
            </p:pic>
            <p:pic>
              <p:nvPicPr>
                <p:cNvPr id="25" name="그림 24">
                  <a:extLst>
                    <a:ext uri="{FF2B5EF4-FFF2-40B4-BE49-F238E27FC236}">
                      <a16:creationId xmlns:a16="http://schemas.microsoft.com/office/drawing/2014/main" id="{798E054E-B706-8DBD-9898-EDCBB4C96E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689" t="22978" r="26889" b="26889"/>
                <a:stretch/>
              </p:blipFill>
              <p:spPr>
                <a:xfrm>
                  <a:off x="5308341" y="3835975"/>
                  <a:ext cx="288032" cy="292176"/>
                </a:xfrm>
                <a:prstGeom prst="rect">
                  <a:avLst/>
                </a:prstGeom>
              </p:spPr>
            </p:pic>
          </p:grpSp>
        </p:grpSp>
      </p:grpSp>
    </p:spTree>
    <p:extLst>
      <p:ext uri="{BB962C8B-B14F-4D97-AF65-F5344CB8AC3E}">
        <p14:creationId xmlns:p14="http://schemas.microsoft.com/office/powerpoint/2010/main" val="2506557690"/>
      </p:ext>
    </p:extLst>
  </p:cSld>
  <p:clrMapOvr>
    <a:masterClrMapping/>
  </p:clrMapOvr>
  <p:transition spd="slow" advTm="2000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DA1B8-8703-6ADE-CE25-E1A7CE2AF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>
            <a:extLst>
              <a:ext uri="{FF2B5EF4-FFF2-40B4-BE49-F238E27FC236}">
                <a16:creationId xmlns:a16="http://schemas.microsoft.com/office/drawing/2014/main" id="{980B56EE-0664-2310-E8E4-E7899D1E169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D78D80AB-FD4D-0118-A700-5DD7931F8797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921E8A55-9FAE-66FC-1B4C-D6BDABF26F25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4" name="그래픽 33">
                <a:extLst>
                  <a:ext uri="{FF2B5EF4-FFF2-40B4-BE49-F238E27FC236}">
                    <a16:creationId xmlns:a16="http://schemas.microsoft.com/office/drawing/2014/main" id="{21375736-1B18-F18B-9091-1E1C5481AA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0640" y="6021288"/>
                <a:ext cx="982117" cy="407671"/>
              </a:xfrm>
              <a:prstGeom prst="rect">
                <a:avLst/>
              </a:prstGeom>
            </p:spPr>
          </p:pic>
          <p:pic>
            <p:nvPicPr>
              <p:cNvPr id="35" name="그래픽 34">
                <a:extLst>
                  <a:ext uri="{FF2B5EF4-FFF2-40B4-BE49-F238E27FC236}">
                    <a16:creationId xmlns:a16="http://schemas.microsoft.com/office/drawing/2014/main" id="{29A33B0F-421C-0824-F6CF-9386DD1E98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449243" y="6021288"/>
                <a:ext cx="982117" cy="407671"/>
              </a:xfrm>
              <a:prstGeom prst="rect">
                <a:avLst/>
              </a:prstGeom>
            </p:spPr>
          </p:pic>
        </p:grp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BEBC9666-C5DD-D3C9-413F-7D89476B78D3}"/>
                </a:ext>
              </a:extLst>
            </p:cNvPr>
            <p:cNvSpPr/>
            <p:nvPr/>
          </p:nvSpPr>
          <p:spPr>
            <a:xfrm>
              <a:off x="2531604" y="207821"/>
              <a:ext cx="7128792" cy="6442359"/>
            </a:xfrm>
            <a:prstGeom prst="roundRect">
              <a:avLst>
                <a:gd name="adj" fmla="val 277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33899E7A-DCD7-6AC8-F1CD-459A7F510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1579" y="1412776"/>
              <a:ext cx="1752368" cy="1707436"/>
            </a:xfrm>
            <a:prstGeom prst="rect">
              <a:avLst/>
            </a:prstGeom>
          </p:spPr>
        </p:pic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3B87830B-1204-72E8-7AD0-A62F2C7DEA9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82986" y="1424758"/>
              <a:ext cx="1707435" cy="1729902"/>
            </a:xfrm>
            <a:prstGeom prst="rect">
              <a:avLst/>
            </a:prstGeom>
          </p:spPr>
        </p:pic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E29F6375-330B-D8B6-CD81-CA1687141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39616" y="332656"/>
              <a:ext cx="6912768" cy="6192688"/>
            </a:xfrm>
            <a:prstGeom prst="rect">
              <a:avLst/>
            </a:prstGeom>
          </p:spPr>
        </p:pic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7A197DE-5BBA-3FAF-C233-AF2F078AE88C}"/>
              </a:ext>
            </a:extLst>
          </p:cNvPr>
          <p:cNvSpPr/>
          <p:nvPr/>
        </p:nvSpPr>
        <p:spPr>
          <a:xfrm>
            <a:off x="2531604" y="207821"/>
            <a:ext cx="7128792" cy="6442359"/>
          </a:xfrm>
          <a:prstGeom prst="roundRect">
            <a:avLst>
              <a:gd name="adj" fmla="val 277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DF77E2B-5938-A325-5350-8BFE90917DE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1" y="427596"/>
            <a:ext cx="6624737" cy="5953732"/>
          </a:xfrm>
          <a:prstGeom prst="rect">
            <a:avLst/>
          </a:prstGeom>
        </p:spPr>
      </p:pic>
      <p:pic>
        <p:nvPicPr>
          <p:cNvPr id="11" name="그래픽 10">
            <a:extLst>
              <a:ext uri="{FF2B5EF4-FFF2-40B4-BE49-F238E27FC236}">
                <a16:creationId xmlns:a16="http://schemas.microsoft.com/office/drawing/2014/main" id="{86F1E9B8-E298-8CA2-2577-989F4E16AAC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39616" y="332656"/>
            <a:ext cx="6912768" cy="6192688"/>
          </a:xfrm>
          <a:prstGeom prst="rect">
            <a:avLst/>
          </a:prstGeom>
        </p:spPr>
      </p:pic>
      <p:sp>
        <p:nvSpPr>
          <p:cNvPr id="10" name="모서리가 둥근 직사각형 5">
            <a:extLst>
              <a:ext uri="{FF2B5EF4-FFF2-40B4-BE49-F238E27FC236}">
                <a16:creationId xmlns:a16="http://schemas.microsoft.com/office/drawing/2014/main" id="{2C95FFE9-E020-1259-7E7B-942501C7B49B}"/>
              </a:ext>
            </a:extLst>
          </p:cNvPr>
          <p:cNvSpPr/>
          <p:nvPr/>
        </p:nvSpPr>
        <p:spPr>
          <a:xfrm>
            <a:off x="5696354" y="1239725"/>
            <a:ext cx="799289" cy="576064"/>
          </a:xfrm>
          <a:prstGeom prst="roundRect">
            <a:avLst>
              <a:gd name="adj" fmla="val 1878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  <a:cs typeface="Open Sans Extrabold" panose="020B0906030804020204" pitchFamily="34" charset="0"/>
              </a:rPr>
              <a:t>!</a:t>
            </a:r>
            <a:endParaRPr lang="ko-KR" altLang="en-US" sz="3200" dirty="0">
              <a:solidFill>
                <a:schemeClr val="tx1"/>
              </a:solidFill>
              <a:latin typeface="페이퍼로지 7 Bold" pitchFamily="2" charset="-127"/>
              <a:cs typeface="Open Sans Extrabold" panose="020B0906030804020204" pitchFamily="34" charset="0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5D8F236-A75F-C154-A504-85CDAF4E1D3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29"/>
          <a:stretch/>
        </p:blipFill>
        <p:spPr>
          <a:xfrm>
            <a:off x="5690846" y="2619740"/>
            <a:ext cx="745992" cy="84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77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11475DA3-0402-ACB4-CF6F-0EEBE0F3468F}"/>
              </a:ext>
            </a:extLst>
          </p:cNvPr>
          <p:cNvGrpSpPr/>
          <p:nvPr/>
        </p:nvGrpSpPr>
        <p:grpSpPr>
          <a:xfrm>
            <a:off x="-5353272" y="-3267744"/>
            <a:ext cx="22978553" cy="12925436"/>
            <a:chOff x="0" y="0"/>
            <a:chExt cx="12192000" cy="6858000"/>
          </a:xfrm>
        </p:grpSpPr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3FADFE12-BD5C-64DA-D28A-1BCA41E3E658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BE0FAABC-8DDF-D234-6D52-953EABAAC698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5" name="그래픽 24">
                <a:extLst>
                  <a:ext uri="{FF2B5EF4-FFF2-40B4-BE49-F238E27FC236}">
                    <a16:creationId xmlns:a16="http://schemas.microsoft.com/office/drawing/2014/main" id="{95B9DBAB-4930-D2AF-50AB-33B56BF39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0640" y="6021288"/>
                <a:ext cx="982117" cy="407671"/>
              </a:xfrm>
              <a:prstGeom prst="rect">
                <a:avLst/>
              </a:prstGeom>
            </p:spPr>
          </p:pic>
          <p:pic>
            <p:nvPicPr>
              <p:cNvPr id="26" name="그래픽 25">
                <a:extLst>
                  <a:ext uri="{FF2B5EF4-FFF2-40B4-BE49-F238E27FC236}">
                    <a16:creationId xmlns:a16="http://schemas.microsoft.com/office/drawing/2014/main" id="{13FD95BA-8394-EF97-412F-87E9F04194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449243" y="6021288"/>
                <a:ext cx="982117" cy="407671"/>
              </a:xfrm>
              <a:prstGeom prst="rect">
                <a:avLst/>
              </a:prstGeom>
            </p:spPr>
          </p:pic>
        </p:grp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D850F61A-7E46-57D1-0C07-CA6B7A9D1979}"/>
                </a:ext>
              </a:extLst>
            </p:cNvPr>
            <p:cNvSpPr/>
            <p:nvPr/>
          </p:nvSpPr>
          <p:spPr>
            <a:xfrm>
              <a:off x="2531604" y="207821"/>
              <a:ext cx="7128792" cy="6442359"/>
            </a:xfrm>
            <a:prstGeom prst="roundRect">
              <a:avLst>
                <a:gd name="adj" fmla="val 277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8001802F-6436-2A7A-A36D-8A1FE21BC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1579" y="1412776"/>
              <a:ext cx="1752368" cy="1707436"/>
            </a:xfrm>
            <a:prstGeom prst="rect">
              <a:avLst/>
            </a:prstGeom>
          </p:spPr>
        </p:pic>
        <p:pic>
          <p:nvPicPr>
            <p:cNvPr id="22" name="그래픽 21">
              <a:extLst>
                <a:ext uri="{FF2B5EF4-FFF2-40B4-BE49-F238E27FC236}">
                  <a16:creationId xmlns:a16="http://schemas.microsoft.com/office/drawing/2014/main" id="{448A5422-B80A-3AC3-9513-D5E66947068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82986" y="1424758"/>
              <a:ext cx="1707435" cy="1729902"/>
            </a:xfrm>
            <a:prstGeom prst="rect">
              <a:avLst/>
            </a:prstGeom>
          </p:spPr>
        </p:pic>
        <p:pic>
          <p:nvPicPr>
            <p:cNvPr id="23" name="그래픽 22">
              <a:extLst>
                <a:ext uri="{FF2B5EF4-FFF2-40B4-BE49-F238E27FC236}">
                  <a16:creationId xmlns:a16="http://schemas.microsoft.com/office/drawing/2014/main" id="{A8D60884-9337-8A2D-6BC5-9D0174775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39616" y="332656"/>
              <a:ext cx="6912768" cy="6192688"/>
            </a:xfrm>
            <a:prstGeom prst="rect">
              <a:avLst/>
            </a:prstGeom>
          </p:spPr>
        </p:pic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0" b="38450"/>
          <a:stretch/>
        </p:blipFill>
        <p:spPr>
          <a:xfrm>
            <a:off x="1524000" y="1052736"/>
            <a:ext cx="9144000" cy="3168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41099" y="4869161"/>
            <a:ext cx="1390124" cy="461665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조 박사 </a:t>
            </a: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:</a:t>
            </a:r>
            <a:endParaRPr lang="ko-KR" altLang="en-US" sz="2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9894" y="4864714"/>
            <a:ext cx="4621778" cy="461665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그래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발표 준비는 다 되었는가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89894" y="4864714"/>
            <a:ext cx="3877985" cy="461665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그럼 바로 시작하도록 하지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A597C1F-704D-D727-4921-65149A0742CA}"/>
              </a:ext>
            </a:extLst>
          </p:cNvPr>
          <p:cNvGrpSpPr/>
          <p:nvPr/>
        </p:nvGrpSpPr>
        <p:grpSpPr>
          <a:xfrm>
            <a:off x="1853485" y="4437112"/>
            <a:ext cx="8485030" cy="2191073"/>
            <a:chOff x="1323975" y="2514688"/>
            <a:chExt cx="9543573" cy="1824362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4E407D71-9302-754A-B9A9-9F8CF737C5A4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196A8DFA-3D25-FA66-CE53-E5F929A87842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1543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03512" y="4747835"/>
            <a:ext cx="3594862" cy="461665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　</a:t>
            </a:r>
            <a:r>
              <a:rPr lang="ja-JP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どきどき　げくじぷ</a:t>
            </a: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:</a:t>
            </a:r>
            <a:endParaRPr lang="ko-KR" altLang="en-US" sz="2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71864" y="4746899"/>
            <a:ext cx="4121641" cy="461665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우리는</a:t>
            </a:r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　</a:t>
            </a:r>
            <a:r>
              <a:rPr lang="ja-JP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どきどき　げくじぷ</a:t>
            </a:r>
            <a:endParaRPr lang="ko-KR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82844" y="1196753"/>
            <a:ext cx="2026312" cy="291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871864" y="4746899"/>
            <a:ext cx="3531736" cy="461665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자</a:t>
            </a: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2400" dirty="0">
                <a:latin typeface="페이퍼로지 5 Medium" pitchFamily="2" charset="-127"/>
                <a:ea typeface="페이퍼로지 5 Medium" pitchFamily="2" charset="-127"/>
              </a:rPr>
              <a:t>그럼 발표를 시작해볼까</a:t>
            </a:r>
            <a:r>
              <a:rPr lang="en-US" altLang="ko-KR" sz="2400" dirty="0">
                <a:latin typeface="페이퍼로지 5 Medium" pitchFamily="2" charset="-127"/>
                <a:ea typeface="페이퍼로지 5 Medium" pitchFamily="2" charset="-127"/>
              </a:rPr>
              <a:t>!</a:t>
            </a:r>
            <a:endParaRPr lang="ko-KR" altLang="en-US" sz="2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877A6AD-D08B-FA45-8AE1-42128BB7124D}"/>
              </a:ext>
            </a:extLst>
          </p:cNvPr>
          <p:cNvGrpSpPr/>
          <p:nvPr/>
        </p:nvGrpSpPr>
        <p:grpSpPr>
          <a:xfrm>
            <a:off x="1853485" y="4437112"/>
            <a:ext cx="8485030" cy="2191073"/>
            <a:chOff x="1323975" y="2514688"/>
            <a:chExt cx="9543573" cy="1824362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C835389C-A284-EB98-8BEC-A52F9FD8C125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FE965B97-7300-1C6A-C5E1-BADB88467609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096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7D38-A4B1-573D-0C0D-C0D0397E6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그룹 70">
            <a:extLst>
              <a:ext uri="{FF2B5EF4-FFF2-40B4-BE49-F238E27FC236}">
                <a16:creationId xmlns:a16="http://schemas.microsoft.com/office/drawing/2014/main" id="{C4C8B2AE-D043-6A5E-CBDD-08CF4B32DCC4}"/>
              </a:ext>
            </a:extLst>
          </p:cNvPr>
          <p:cNvGrpSpPr/>
          <p:nvPr/>
        </p:nvGrpSpPr>
        <p:grpSpPr>
          <a:xfrm>
            <a:off x="516525" y="474715"/>
            <a:ext cx="4422193" cy="683393"/>
            <a:chOff x="516525" y="524064"/>
            <a:chExt cx="4422193" cy="68339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20043081-1306-C54F-365D-D7C4E3EC9BE3}"/>
                </a:ext>
              </a:extLst>
            </p:cNvPr>
            <p:cNvSpPr/>
            <p:nvPr/>
          </p:nvSpPr>
          <p:spPr>
            <a:xfrm>
              <a:off x="1789642" y="604179"/>
              <a:ext cx="2722182" cy="127974"/>
            </a:xfrm>
            <a:prstGeom prst="rect">
              <a:avLst/>
            </a:prstGeom>
            <a:solidFill>
              <a:srgbClr val="01A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BD489B87-803E-DDA7-EEB1-7A613BAD6FF7}"/>
                </a:ext>
              </a:extLst>
            </p:cNvPr>
            <p:cNvGrpSpPr/>
            <p:nvPr/>
          </p:nvGrpSpPr>
          <p:grpSpPr>
            <a:xfrm>
              <a:off x="516525" y="524064"/>
              <a:ext cx="4422193" cy="683393"/>
              <a:chOff x="4186237" y="3133725"/>
              <a:chExt cx="3816096" cy="588073"/>
            </a:xfrm>
            <a:solidFill>
              <a:schemeClr val="tx1"/>
            </a:solidFill>
          </p:grpSpPr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805DE26B-5539-E9F0-BF5C-A2E02DC6437E}"/>
                  </a:ext>
                </a:extLst>
              </p:cNvPr>
              <p:cNvSpPr/>
              <p:nvPr/>
            </p:nvSpPr>
            <p:spPr>
              <a:xfrm>
                <a:off x="4186237" y="3133725"/>
                <a:ext cx="3816096" cy="588073"/>
              </a:xfrm>
              <a:custGeom>
                <a:avLst/>
                <a:gdLst>
                  <a:gd name="connsiteX0" fmla="*/ 3703891 w 3816096"/>
                  <a:gd name="connsiteY0" fmla="*/ 539020 h 588073"/>
                  <a:gd name="connsiteX1" fmla="*/ 3703891 w 3816096"/>
                  <a:gd name="connsiteY1" fmla="*/ 478060 h 588073"/>
                  <a:gd name="connsiteX2" fmla="*/ 3611404 w 3816096"/>
                  <a:gd name="connsiteY2" fmla="*/ 478060 h 588073"/>
                  <a:gd name="connsiteX3" fmla="*/ 3611404 w 3816096"/>
                  <a:gd name="connsiteY3" fmla="*/ 440246 h 588073"/>
                  <a:gd name="connsiteX4" fmla="*/ 3518821 w 3816096"/>
                  <a:gd name="connsiteY4" fmla="*/ 440246 h 588073"/>
                  <a:gd name="connsiteX5" fmla="*/ 3518821 w 3816096"/>
                  <a:gd name="connsiteY5" fmla="*/ 405670 h 588073"/>
                  <a:gd name="connsiteX6" fmla="*/ 3426238 w 3816096"/>
                  <a:gd name="connsiteY6" fmla="*/ 405670 h 588073"/>
                  <a:gd name="connsiteX7" fmla="*/ 3426238 w 3816096"/>
                  <a:gd name="connsiteY7" fmla="*/ 539020 h 588073"/>
                  <a:gd name="connsiteX8" fmla="*/ 310420 w 3816096"/>
                  <a:gd name="connsiteY8" fmla="*/ 539020 h 588073"/>
                  <a:gd name="connsiteX9" fmla="*/ 310420 w 3816096"/>
                  <a:gd name="connsiteY9" fmla="*/ 511874 h 588073"/>
                  <a:gd name="connsiteX10" fmla="*/ 270605 w 3816096"/>
                  <a:gd name="connsiteY10" fmla="*/ 511874 h 588073"/>
                  <a:gd name="connsiteX11" fmla="*/ 270605 w 3816096"/>
                  <a:gd name="connsiteY11" fmla="*/ 475869 h 588073"/>
                  <a:gd name="connsiteX12" fmla="*/ 230791 w 3816096"/>
                  <a:gd name="connsiteY12" fmla="*/ 475869 h 588073"/>
                  <a:gd name="connsiteX13" fmla="*/ 230791 w 3816096"/>
                  <a:gd name="connsiteY13" fmla="*/ 439865 h 588073"/>
                  <a:gd name="connsiteX14" fmla="*/ 198977 w 3816096"/>
                  <a:gd name="connsiteY14" fmla="*/ 439865 h 588073"/>
                  <a:gd name="connsiteX15" fmla="*/ 198977 w 3816096"/>
                  <a:gd name="connsiteY15" fmla="*/ 0 h 588073"/>
                  <a:gd name="connsiteX16" fmla="*/ 0 w 3816096"/>
                  <a:gd name="connsiteY16" fmla="*/ 0 h 588073"/>
                  <a:gd name="connsiteX17" fmla="*/ 0 w 3816096"/>
                  <a:gd name="connsiteY17" fmla="*/ 511874 h 588073"/>
                  <a:gd name="connsiteX18" fmla="*/ 31814 w 3816096"/>
                  <a:gd name="connsiteY18" fmla="*/ 511874 h 588073"/>
                  <a:gd name="connsiteX19" fmla="*/ 31814 w 3816096"/>
                  <a:gd name="connsiteY19" fmla="*/ 551974 h 588073"/>
                  <a:gd name="connsiteX20" fmla="*/ 71628 w 3816096"/>
                  <a:gd name="connsiteY20" fmla="*/ 551974 h 588073"/>
                  <a:gd name="connsiteX21" fmla="*/ 71628 w 3816096"/>
                  <a:gd name="connsiteY21" fmla="*/ 588074 h 588073"/>
                  <a:gd name="connsiteX22" fmla="*/ 255842 w 3816096"/>
                  <a:gd name="connsiteY22" fmla="*/ 588074 h 588073"/>
                  <a:gd name="connsiteX23" fmla="*/ 270605 w 3816096"/>
                  <a:gd name="connsiteY23" fmla="*/ 588074 h 588073"/>
                  <a:gd name="connsiteX24" fmla="*/ 3426238 w 3816096"/>
                  <a:gd name="connsiteY24" fmla="*/ 588074 h 588073"/>
                  <a:gd name="connsiteX25" fmla="*/ 3518821 w 3816096"/>
                  <a:gd name="connsiteY25" fmla="*/ 588074 h 588073"/>
                  <a:gd name="connsiteX26" fmla="*/ 3611404 w 3816096"/>
                  <a:gd name="connsiteY26" fmla="*/ 588074 h 588073"/>
                  <a:gd name="connsiteX27" fmla="*/ 3703891 w 3816096"/>
                  <a:gd name="connsiteY27" fmla="*/ 588074 h 588073"/>
                  <a:gd name="connsiteX28" fmla="*/ 3816096 w 3816096"/>
                  <a:gd name="connsiteY28" fmla="*/ 588074 h 588073"/>
                  <a:gd name="connsiteX29" fmla="*/ 3816096 w 3816096"/>
                  <a:gd name="connsiteY29" fmla="*/ 539020 h 588073"/>
                  <a:gd name="connsiteX30" fmla="*/ 3703891 w 3816096"/>
                  <a:gd name="connsiteY30" fmla="*/ 539020 h 58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816096" h="588073">
                    <a:moveTo>
                      <a:pt x="3703891" y="539020"/>
                    </a:moveTo>
                    <a:lnTo>
                      <a:pt x="3703891" y="478060"/>
                    </a:lnTo>
                    <a:lnTo>
                      <a:pt x="3611404" y="478060"/>
                    </a:lnTo>
                    <a:lnTo>
                      <a:pt x="3611404" y="440246"/>
                    </a:lnTo>
                    <a:lnTo>
                      <a:pt x="3518821" y="440246"/>
                    </a:lnTo>
                    <a:lnTo>
                      <a:pt x="3518821" y="405670"/>
                    </a:lnTo>
                    <a:lnTo>
                      <a:pt x="3426238" y="405670"/>
                    </a:lnTo>
                    <a:lnTo>
                      <a:pt x="3426238" y="539020"/>
                    </a:lnTo>
                    <a:lnTo>
                      <a:pt x="310420" y="539020"/>
                    </a:lnTo>
                    <a:lnTo>
                      <a:pt x="310420" y="511874"/>
                    </a:lnTo>
                    <a:lnTo>
                      <a:pt x="270605" y="511874"/>
                    </a:lnTo>
                    <a:lnTo>
                      <a:pt x="270605" y="475869"/>
                    </a:lnTo>
                    <a:lnTo>
                      <a:pt x="230791" y="475869"/>
                    </a:lnTo>
                    <a:lnTo>
                      <a:pt x="230791" y="439865"/>
                    </a:lnTo>
                    <a:lnTo>
                      <a:pt x="198977" y="439865"/>
                    </a:lnTo>
                    <a:lnTo>
                      <a:pt x="198977" y="0"/>
                    </a:lnTo>
                    <a:lnTo>
                      <a:pt x="0" y="0"/>
                    </a:lnTo>
                    <a:lnTo>
                      <a:pt x="0" y="511874"/>
                    </a:lnTo>
                    <a:lnTo>
                      <a:pt x="31814" y="511874"/>
                    </a:lnTo>
                    <a:lnTo>
                      <a:pt x="31814" y="551974"/>
                    </a:lnTo>
                    <a:lnTo>
                      <a:pt x="71628" y="551974"/>
                    </a:lnTo>
                    <a:lnTo>
                      <a:pt x="71628" y="588074"/>
                    </a:lnTo>
                    <a:lnTo>
                      <a:pt x="255842" y="588074"/>
                    </a:lnTo>
                    <a:lnTo>
                      <a:pt x="270605" y="588074"/>
                    </a:lnTo>
                    <a:lnTo>
                      <a:pt x="3426238" y="588074"/>
                    </a:lnTo>
                    <a:lnTo>
                      <a:pt x="3518821" y="588074"/>
                    </a:lnTo>
                    <a:lnTo>
                      <a:pt x="3611404" y="588074"/>
                    </a:lnTo>
                    <a:lnTo>
                      <a:pt x="3703891" y="588074"/>
                    </a:lnTo>
                    <a:lnTo>
                      <a:pt x="3816096" y="588074"/>
                    </a:lnTo>
                    <a:lnTo>
                      <a:pt x="3816096" y="539020"/>
                    </a:lnTo>
                    <a:lnTo>
                      <a:pt x="3703891" y="5390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A9164D49-EFA9-02C2-D57F-4B0D85C6C0AC}"/>
                  </a:ext>
                </a:extLst>
              </p:cNvPr>
              <p:cNvSpPr/>
              <p:nvPr/>
            </p:nvSpPr>
            <p:spPr>
              <a:xfrm>
                <a:off x="4521898" y="3133725"/>
                <a:ext cx="3321938" cy="259365"/>
              </a:xfrm>
              <a:custGeom>
                <a:avLst/>
                <a:gdLst>
                  <a:gd name="connsiteX0" fmla="*/ 724472 w 3321938"/>
                  <a:gd name="connsiteY0" fmla="*/ 259366 h 259365"/>
                  <a:gd name="connsiteX1" fmla="*/ 3092196 w 3321938"/>
                  <a:gd name="connsiteY1" fmla="*/ 259366 h 259365"/>
                  <a:gd name="connsiteX2" fmla="*/ 3286220 w 3321938"/>
                  <a:gd name="connsiteY2" fmla="*/ 259366 h 259365"/>
                  <a:gd name="connsiteX3" fmla="*/ 3321939 w 3321938"/>
                  <a:gd name="connsiteY3" fmla="*/ 259366 h 259365"/>
                  <a:gd name="connsiteX4" fmla="*/ 3321939 w 3321938"/>
                  <a:gd name="connsiteY4" fmla="*/ 0 h 259365"/>
                  <a:gd name="connsiteX5" fmla="*/ 3092196 w 3321938"/>
                  <a:gd name="connsiteY5" fmla="*/ 0 h 259365"/>
                  <a:gd name="connsiteX6" fmla="*/ 3092196 w 3321938"/>
                  <a:gd name="connsiteY6" fmla="*/ 221075 h 259365"/>
                  <a:gd name="connsiteX7" fmla="*/ 776573 w 3321938"/>
                  <a:gd name="connsiteY7" fmla="*/ 221075 h 259365"/>
                  <a:gd name="connsiteX8" fmla="*/ 776573 w 3321938"/>
                  <a:gd name="connsiteY8" fmla="*/ 3429 h 259365"/>
                  <a:gd name="connsiteX9" fmla="*/ 0 w 3321938"/>
                  <a:gd name="connsiteY9" fmla="*/ 3429 h 259365"/>
                  <a:gd name="connsiteX10" fmla="*/ 0 w 3321938"/>
                  <a:gd name="connsiteY10" fmla="*/ 259366 h 259365"/>
                  <a:gd name="connsiteX11" fmla="*/ 724472 w 3321938"/>
                  <a:gd name="connsiteY11" fmla="*/ 259366 h 259365"/>
                  <a:gd name="connsiteX12" fmla="*/ 724472 w 3321938"/>
                  <a:gd name="connsiteY12" fmla="*/ 259366 h 25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21938" h="259365">
                    <a:moveTo>
                      <a:pt x="724472" y="259366"/>
                    </a:moveTo>
                    <a:lnTo>
                      <a:pt x="3092196" y="259366"/>
                    </a:lnTo>
                    <a:lnTo>
                      <a:pt x="3286220" y="259366"/>
                    </a:lnTo>
                    <a:lnTo>
                      <a:pt x="3321939" y="259366"/>
                    </a:lnTo>
                    <a:lnTo>
                      <a:pt x="3321939" y="0"/>
                    </a:lnTo>
                    <a:lnTo>
                      <a:pt x="3092196" y="0"/>
                    </a:lnTo>
                    <a:lnTo>
                      <a:pt x="3092196" y="221075"/>
                    </a:lnTo>
                    <a:lnTo>
                      <a:pt x="776573" y="221075"/>
                    </a:lnTo>
                    <a:lnTo>
                      <a:pt x="776573" y="3429"/>
                    </a:lnTo>
                    <a:lnTo>
                      <a:pt x="0" y="3429"/>
                    </a:lnTo>
                    <a:lnTo>
                      <a:pt x="0" y="259366"/>
                    </a:lnTo>
                    <a:lnTo>
                      <a:pt x="724472" y="259366"/>
                    </a:lnTo>
                    <a:lnTo>
                      <a:pt x="724472" y="2593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B99686A8-D9E8-4B99-6245-432F99548442}"/>
                </a:ext>
              </a:extLst>
            </p:cNvPr>
            <p:cNvGrpSpPr/>
            <p:nvPr/>
          </p:nvGrpSpPr>
          <p:grpSpPr>
            <a:xfrm>
              <a:off x="983432" y="579947"/>
              <a:ext cx="645249" cy="183028"/>
              <a:chOff x="983432" y="579947"/>
              <a:chExt cx="645249" cy="183028"/>
            </a:xfrm>
          </p:grpSpPr>
          <p:grpSp>
            <p:nvGrpSpPr>
              <p:cNvPr id="75" name="그래픽 17">
                <a:extLst>
                  <a:ext uri="{FF2B5EF4-FFF2-40B4-BE49-F238E27FC236}">
                    <a16:creationId xmlns:a16="http://schemas.microsoft.com/office/drawing/2014/main" id="{3017466B-F850-7AF7-0A8C-1A48B9641DBD}"/>
                  </a:ext>
                </a:extLst>
              </p:cNvPr>
              <p:cNvGrpSpPr/>
              <p:nvPr/>
            </p:nvGrpSpPr>
            <p:grpSpPr>
              <a:xfrm>
                <a:off x="983432" y="579947"/>
                <a:ext cx="645249" cy="183028"/>
                <a:chOff x="983432" y="579947"/>
                <a:chExt cx="645249" cy="183028"/>
              </a:xfrm>
              <a:solidFill>
                <a:srgbClr val="F9D071"/>
              </a:solidFill>
            </p:grpSpPr>
            <p:sp>
              <p:nvSpPr>
                <p:cNvPr id="77" name="자유형: 도형 76">
                  <a:extLst>
                    <a:ext uri="{FF2B5EF4-FFF2-40B4-BE49-F238E27FC236}">
                      <a16:creationId xmlns:a16="http://schemas.microsoft.com/office/drawing/2014/main" id="{6B0AC947-C814-ED09-88AA-A828576F1120}"/>
                    </a:ext>
                  </a:extLst>
                </p:cNvPr>
                <p:cNvSpPr/>
                <p:nvPr/>
              </p:nvSpPr>
              <p:spPr>
                <a:xfrm>
                  <a:off x="983432" y="579947"/>
                  <a:ext cx="219090" cy="183028"/>
                </a:xfrm>
                <a:custGeom>
                  <a:avLst/>
                  <a:gdLst>
                    <a:gd name="connsiteX0" fmla="*/ 164527 w 219090"/>
                    <a:gd name="connsiteY0" fmla="*/ 86863 h 183028"/>
                    <a:gd name="connsiteX1" fmla="*/ 109231 w 219090"/>
                    <a:gd name="connsiteY1" fmla="*/ 86863 h 183028"/>
                    <a:gd name="connsiteX2" fmla="*/ 109231 w 219090"/>
                    <a:gd name="connsiteY2" fmla="*/ 0 h 183028"/>
                    <a:gd name="connsiteX3" fmla="*/ 0 w 219090"/>
                    <a:gd name="connsiteY3" fmla="*/ 0 h 183028"/>
                    <a:gd name="connsiteX4" fmla="*/ 0 w 219090"/>
                    <a:gd name="connsiteY4" fmla="*/ 183028 h 183028"/>
                    <a:gd name="connsiteX5" fmla="*/ 109231 w 219090"/>
                    <a:gd name="connsiteY5" fmla="*/ 183028 h 183028"/>
                    <a:gd name="connsiteX6" fmla="*/ 109231 w 219090"/>
                    <a:gd name="connsiteY6" fmla="*/ 130033 h 183028"/>
                    <a:gd name="connsiteX7" fmla="*/ 164527 w 219090"/>
                    <a:gd name="connsiteY7" fmla="*/ 130033 h 183028"/>
                    <a:gd name="connsiteX8" fmla="*/ 164527 w 219090"/>
                    <a:gd name="connsiteY8" fmla="*/ 183028 h 183028"/>
                    <a:gd name="connsiteX9" fmla="*/ 219090 w 219090"/>
                    <a:gd name="connsiteY9" fmla="*/ 183028 h 183028"/>
                    <a:gd name="connsiteX10" fmla="*/ 219090 w 219090"/>
                    <a:gd name="connsiteY10" fmla="*/ 0 h 183028"/>
                    <a:gd name="connsiteX11" fmla="*/ 164527 w 219090"/>
                    <a:gd name="connsiteY11" fmla="*/ 0 h 183028"/>
                    <a:gd name="connsiteX12" fmla="*/ 164527 w 219090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9090" h="183028">
                      <a:moveTo>
                        <a:pt x="164527" y="86863"/>
                      </a:moveTo>
                      <a:lnTo>
                        <a:pt x="109231" y="86863"/>
                      </a:lnTo>
                      <a:lnTo>
                        <a:pt x="109231" y="0"/>
                      </a:ln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164527" y="130033"/>
                      </a:lnTo>
                      <a:lnTo>
                        <a:pt x="164527" y="183028"/>
                      </a:lnTo>
                      <a:lnTo>
                        <a:pt x="219090" y="183028"/>
                      </a:lnTo>
                      <a:lnTo>
                        <a:pt x="219090" y="0"/>
                      </a:lnTo>
                      <a:lnTo>
                        <a:pt x="164527" y="0"/>
                      </a:lnTo>
                      <a:lnTo>
                        <a:pt x="164527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8" name="자유형: 도형 77">
                  <a:extLst>
                    <a:ext uri="{FF2B5EF4-FFF2-40B4-BE49-F238E27FC236}">
                      <a16:creationId xmlns:a16="http://schemas.microsoft.com/office/drawing/2014/main" id="{B29168EB-2322-E933-96F7-E76E76972619}"/>
                    </a:ext>
                  </a:extLst>
                </p:cNvPr>
                <p:cNvSpPr/>
                <p:nvPr/>
              </p:nvSpPr>
              <p:spPr>
                <a:xfrm>
                  <a:off x="1249141" y="579947"/>
                  <a:ext cx="217417" cy="183028"/>
                </a:xfrm>
                <a:custGeom>
                  <a:avLst/>
                  <a:gdLst>
                    <a:gd name="connsiteX0" fmla="*/ 211460 w 217417"/>
                    <a:gd name="connsiteY0" fmla="*/ 0 h 183028"/>
                    <a:gd name="connsiteX1" fmla="*/ 0 w 217417"/>
                    <a:gd name="connsiteY1" fmla="*/ 0 h 183028"/>
                    <a:gd name="connsiteX2" fmla="*/ 0 w 217417"/>
                    <a:gd name="connsiteY2" fmla="*/ 183028 h 183028"/>
                    <a:gd name="connsiteX3" fmla="*/ 109231 w 217417"/>
                    <a:gd name="connsiteY3" fmla="*/ 183028 h 183028"/>
                    <a:gd name="connsiteX4" fmla="*/ 109231 w 217417"/>
                    <a:gd name="connsiteY4" fmla="*/ 130033 h 183028"/>
                    <a:gd name="connsiteX5" fmla="*/ 217418 w 217417"/>
                    <a:gd name="connsiteY5" fmla="*/ 130033 h 183028"/>
                    <a:gd name="connsiteX6" fmla="*/ 217418 w 217417"/>
                    <a:gd name="connsiteY6" fmla="*/ 0 h 183028"/>
                    <a:gd name="connsiteX7" fmla="*/ 211564 w 217417"/>
                    <a:gd name="connsiteY7" fmla="*/ 0 h 183028"/>
                    <a:gd name="connsiteX8" fmla="*/ 109231 w 217417"/>
                    <a:gd name="connsiteY8" fmla="*/ 86863 h 183028"/>
                    <a:gd name="connsiteX9" fmla="*/ 109231 w 217417"/>
                    <a:gd name="connsiteY9" fmla="*/ 43170 h 183028"/>
                    <a:gd name="connsiteX10" fmla="*/ 162750 w 217417"/>
                    <a:gd name="connsiteY10" fmla="*/ 43170 h 183028"/>
                    <a:gd name="connsiteX11" fmla="*/ 162750 w 217417"/>
                    <a:gd name="connsiteY11" fmla="*/ 86863 h 183028"/>
                    <a:gd name="connsiteX12" fmla="*/ 109231 w 217417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417" h="183028">
                      <a:moveTo>
                        <a:pt x="211460" y="0"/>
                      </a:move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217418" y="130033"/>
                      </a:lnTo>
                      <a:lnTo>
                        <a:pt x="217418" y="0"/>
                      </a:lnTo>
                      <a:lnTo>
                        <a:pt x="211564" y="0"/>
                      </a:lnTo>
                      <a:close/>
                      <a:moveTo>
                        <a:pt x="109231" y="86863"/>
                      </a:moveTo>
                      <a:lnTo>
                        <a:pt x="109231" y="43170"/>
                      </a:lnTo>
                      <a:lnTo>
                        <a:pt x="162750" y="43170"/>
                      </a:lnTo>
                      <a:lnTo>
                        <a:pt x="162750" y="86863"/>
                      </a:lnTo>
                      <a:lnTo>
                        <a:pt x="109231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E1859761-F61F-A74D-2CDF-3120D7E982F4}"/>
                    </a:ext>
                  </a:extLst>
                </p:cNvPr>
                <p:cNvSpPr/>
                <p:nvPr/>
              </p:nvSpPr>
              <p:spPr>
                <a:xfrm>
                  <a:off x="1592410" y="579947"/>
                  <a:ext cx="36271" cy="36271"/>
                </a:xfrm>
                <a:custGeom>
                  <a:avLst/>
                  <a:gdLst>
                    <a:gd name="connsiteX0" fmla="*/ 0 w 36271"/>
                    <a:gd name="connsiteY0" fmla="*/ 0 h 36271"/>
                    <a:gd name="connsiteX1" fmla="*/ 36271 w 36271"/>
                    <a:gd name="connsiteY1" fmla="*/ 0 h 36271"/>
                    <a:gd name="connsiteX2" fmla="*/ 36271 w 36271"/>
                    <a:gd name="connsiteY2" fmla="*/ 36271 h 36271"/>
                    <a:gd name="connsiteX3" fmla="*/ 0 w 36271"/>
                    <a:gd name="connsiteY3" fmla="*/ 36271 h 36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271" h="36271">
                      <a:moveTo>
                        <a:pt x="0" y="0"/>
                      </a:moveTo>
                      <a:lnTo>
                        <a:pt x="36271" y="0"/>
                      </a:lnTo>
                      <a:lnTo>
                        <a:pt x="36271" y="36271"/>
                      </a:lnTo>
                      <a:lnTo>
                        <a:pt x="0" y="36271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51ECF4FD-F5DF-1A12-7A16-459E36FC0D4C}"/>
                  </a:ext>
                </a:extLst>
              </p:cNvPr>
              <p:cNvSpPr/>
              <p:nvPr/>
            </p:nvSpPr>
            <p:spPr>
              <a:xfrm>
                <a:off x="1592410" y="726704"/>
                <a:ext cx="36271" cy="36271"/>
              </a:xfrm>
              <a:custGeom>
                <a:avLst/>
                <a:gdLst>
                  <a:gd name="connsiteX0" fmla="*/ 0 w 36271"/>
                  <a:gd name="connsiteY0" fmla="*/ 0 h 36271"/>
                  <a:gd name="connsiteX1" fmla="*/ 36271 w 36271"/>
                  <a:gd name="connsiteY1" fmla="*/ 0 h 36271"/>
                  <a:gd name="connsiteX2" fmla="*/ 36271 w 36271"/>
                  <a:gd name="connsiteY2" fmla="*/ 36271 h 36271"/>
                  <a:gd name="connsiteX3" fmla="*/ 0 w 36271"/>
                  <a:gd name="connsiteY3" fmla="*/ 36271 h 3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271" h="36271">
                    <a:moveTo>
                      <a:pt x="0" y="0"/>
                    </a:moveTo>
                    <a:lnTo>
                      <a:pt x="36271" y="0"/>
                    </a:lnTo>
                    <a:lnTo>
                      <a:pt x="36271" y="36271"/>
                    </a:lnTo>
                    <a:lnTo>
                      <a:pt x="0" y="36271"/>
                    </a:lnTo>
                    <a:close/>
                  </a:path>
                </a:pathLst>
              </a:custGeom>
              <a:solidFill>
                <a:srgbClr val="F9D071"/>
              </a:solidFill>
              <a:ln w="1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pic>
        <p:nvPicPr>
          <p:cNvPr id="48" name="Picture 7">
            <a:extLst>
              <a:ext uri="{FF2B5EF4-FFF2-40B4-BE49-F238E27FC236}">
                <a16:creationId xmlns:a16="http://schemas.microsoft.com/office/drawing/2014/main" id="{FAA99AD1-E0E6-402F-4FD7-8D63FD2FB3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407368" y="1730144"/>
            <a:ext cx="2807323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461B6313-0E63-C322-90D4-768F2BD4C3DA}"/>
              </a:ext>
            </a:extLst>
          </p:cNvPr>
          <p:cNvSpPr/>
          <p:nvPr/>
        </p:nvSpPr>
        <p:spPr>
          <a:xfrm flipH="1">
            <a:off x="7253282" y="3720406"/>
            <a:ext cx="4434640" cy="683393"/>
          </a:xfrm>
          <a:custGeom>
            <a:avLst/>
            <a:gdLst>
              <a:gd name="connsiteX0" fmla="*/ 3703891 w 3816096"/>
              <a:gd name="connsiteY0" fmla="*/ 539020 h 588073"/>
              <a:gd name="connsiteX1" fmla="*/ 3703891 w 3816096"/>
              <a:gd name="connsiteY1" fmla="*/ 478060 h 588073"/>
              <a:gd name="connsiteX2" fmla="*/ 3611404 w 3816096"/>
              <a:gd name="connsiteY2" fmla="*/ 478060 h 588073"/>
              <a:gd name="connsiteX3" fmla="*/ 3611404 w 3816096"/>
              <a:gd name="connsiteY3" fmla="*/ 440246 h 588073"/>
              <a:gd name="connsiteX4" fmla="*/ 3518821 w 3816096"/>
              <a:gd name="connsiteY4" fmla="*/ 440246 h 588073"/>
              <a:gd name="connsiteX5" fmla="*/ 3518821 w 3816096"/>
              <a:gd name="connsiteY5" fmla="*/ 405670 h 588073"/>
              <a:gd name="connsiteX6" fmla="*/ 3426238 w 3816096"/>
              <a:gd name="connsiteY6" fmla="*/ 405670 h 588073"/>
              <a:gd name="connsiteX7" fmla="*/ 3426238 w 3816096"/>
              <a:gd name="connsiteY7" fmla="*/ 539020 h 588073"/>
              <a:gd name="connsiteX8" fmla="*/ 310420 w 3816096"/>
              <a:gd name="connsiteY8" fmla="*/ 539020 h 588073"/>
              <a:gd name="connsiteX9" fmla="*/ 310420 w 3816096"/>
              <a:gd name="connsiteY9" fmla="*/ 511874 h 588073"/>
              <a:gd name="connsiteX10" fmla="*/ 270605 w 3816096"/>
              <a:gd name="connsiteY10" fmla="*/ 511874 h 588073"/>
              <a:gd name="connsiteX11" fmla="*/ 270605 w 3816096"/>
              <a:gd name="connsiteY11" fmla="*/ 475869 h 588073"/>
              <a:gd name="connsiteX12" fmla="*/ 230791 w 3816096"/>
              <a:gd name="connsiteY12" fmla="*/ 475869 h 588073"/>
              <a:gd name="connsiteX13" fmla="*/ 230791 w 3816096"/>
              <a:gd name="connsiteY13" fmla="*/ 439865 h 588073"/>
              <a:gd name="connsiteX14" fmla="*/ 198977 w 3816096"/>
              <a:gd name="connsiteY14" fmla="*/ 439865 h 588073"/>
              <a:gd name="connsiteX15" fmla="*/ 198977 w 3816096"/>
              <a:gd name="connsiteY15" fmla="*/ 0 h 588073"/>
              <a:gd name="connsiteX16" fmla="*/ 0 w 3816096"/>
              <a:gd name="connsiteY16" fmla="*/ 0 h 588073"/>
              <a:gd name="connsiteX17" fmla="*/ 0 w 3816096"/>
              <a:gd name="connsiteY17" fmla="*/ 511874 h 588073"/>
              <a:gd name="connsiteX18" fmla="*/ 31814 w 3816096"/>
              <a:gd name="connsiteY18" fmla="*/ 511874 h 588073"/>
              <a:gd name="connsiteX19" fmla="*/ 31814 w 3816096"/>
              <a:gd name="connsiteY19" fmla="*/ 551974 h 588073"/>
              <a:gd name="connsiteX20" fmla="*/ 71628 w 3816096"/>
              <a:gd name="connsiteY20" fmla="*/ 551974 h 588073"/>
              <a:gd name="connsiteX21" fmla="*/ 71628 w 3816096"/>
              <a:gd name="connsiteY21" fmla="*/ 588074 h 588073"/>
              <a:gd name="connsiteX22" fmla="*/ 255842 w 3816096"/>
              <a:gd name="connsiteY22" fmla="*/ 588074 h 588073"/>
              <a:gd name="connsiteX23" fmla="*/ 270605 w 3816096"/>
              <a:gd name="connsiteY23" fmla="*/ 588074 h 588073"/>
              <a:gd name="connsiteX24" fmla="*/ 3426238 w 3816096"/>
              <a:gd name="connsiteY24" fmla="*/ 588074 h 588073"/>
              <a:gd name="connsiteX25" fmla="*/ 3518821 w 3816096"/>
              <a:gd name="connsiteY25" fmla="*/ 588074 h 588073"/>
              <a:gd name="connsiteX26" fmla="*/ 3611404 w 3816096"/>
              <a:gd name="connsiteY26" fmla="*/ 588074 h 588073"/>
              <a:gd name="connsiteX27" fmla="*/ 3703891 w 3816096"/>
              <a:gd name="connsiteY27" fmla="*/ 588074 h 588073"/>
              <a:gd name="connsiteX28" fmla="*/ 3816096 w 3816096"/>
              <a:gd name="connsiteY28" fmla="*/ 588074 h 588073"/>
              <a:gd name="connsiteX29" fmla="*/ 3816096 w 3816096"/>
              <a:gd name="connsiteY29" fmla="*/ 539020 h 588073"/>
              <a:gd name="connsiteX30" fmla="*/ 3703891 w 3816096"/>
              <a:gd name="connsiteY30" fmla="*/ 539020 h 58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6096" h="588073">
                <a:moveTo>
                  <a:pt x="3703891" y="539020"/>
                </a:moveTo>
                <a:lnTo>
                  <a:pt x="3703891" y="478060"/>
                </a:lnTo>
                <a:lnTo>
                  <a:pt x="3611404" y="478060"/>
                </a:lnTo>
                <a:lnTo>
                  <a:pt x="3611404" y="440246"/>
                </a:lnTo>
                <a:lnTo>
                  <a:pt x="3518821" y="440246"/>
                </a:lnTo>
                <a:lnTo>
                  <a:pt x="3518821" y="405670"/>
                </a:lnTo>
                <a:lnTo>
                  <a:pt x="3426238" y="405670"/>
                </a:lnTo>
                <a:lnTo>
                  <a:pt x="3426238" y="539020"/>
                </a:lnTo>
                <a:lnTo>
                  <a:pt x="310420" y="539020"/>
                </a:lnTo>
                <a:lnTo>
                  <a:pt x="310420" y="511874"/>
                </a:lnTo>
                <a:lnTo>
                  <a:pt x="270605" y="511874"/>
                </a:lnTo>
                <a:lnTo>
                  <a:pt x="270605" y="475869"/>
                </a:lnTo>
                <a:lnTo>
                  <a:pt x="230791" y="475869"/>
                </a:lnTo>
                <a:lnTo>
                  <a:pt x="230791" y="439865"/>
                </a:lnTo>
                <a:lnTo>
                  <a:pt x="198977" y="439865"/>
                </a:lnTo>
                <a:lnTo>
                  <a:pt x="198977" y="0"/>
                </a:lnTo>
                <a:lnTo>
                  <a:pt x="0" y="0"/>
                </a:lnTo>
                <a:lnTo>
                  <a:pt x="0" y="511874"/>
                </a:lnTo>
                <a:lnTo>
                  <a:pt x="31814" y="511874"/>
                </a:lnTo>
                <a:lnTo>
                  <a:pt x="31814" y="551974"/>
                </a:lnTo>
                <a:lnTo>
                  <a:pt x="71628" y="551974"/>
                </a:lnTo>
                <a:lnTo>
                  <a:pt x="71628" y="588074"/>
                </a:lnTo>
                <a:lnTo>
                  <a:pt x="255842" y="588074"/>
                </a:lnTo>
                <a:lnTo>
                  <a:pt x="270605" y="588074"/>
                </a:lnTo>
                <a:lnTo>
                  <a:pt x="3426238" y="588074"/>
                </a:lnTo>
                <a:lnTo>
                  <a:pt x="3518821" y="588074"/>
                </a:lnTo>
                <a:lnTo>
                  <a:pt x="3611404" y="588074"/>
                </a:lnTo>
                <a:lnTo>
                  <a:pt x="3703891" y="588074"/>
                </a:lnTo>
                <a:lnTo>
                  <a:pt x="3816096" y="588074"/>
                </a:lnTo>
                <a:lnTo>
                  <a:pt x="3816096" y="539020"/>
                </a:lnTo>
                <a:lnTo>
                  <a:pt x="3703891" y="53902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8FD4B8E-182B-55B8-9AEC-30361C2B63D4}"/>
              </a:ext>
            </a:extLst>
          </p:cNvPr>
          <p:cNvGrpSpPr/>
          <p:nvPr/>
        </p:nvGrpSpPr>
        <p:grpSpPr>
          <a:xfrm>
            <a:off x="491290" y="4501032"/>
            <a:ext cx="11209421" cy="2191073"/>
            <a:chOff x="1323975" y="2514688"/>
            <a:chExt cx="9543573" cy="1824362"/>
          </a:xfrm>
        </p:grpSpPr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0E11EFFC-89F9-2911-82D8-4257FB001559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C5F62CCD-6E20-ED0C-49AF-BA1DCD0EEAB0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6D68E8E-8856-F591-993A-3F96E2E900F2}"/>
              </a:ext>
            </a:extLst>
          </p:cNvPr>
          <p:cNvGrpSpPr/>
          <p:nvPr/>
        </p:nvGrpSpPr>
        <p:grpSpPr>
          <a:xfrm>
            <a:off x="8040216" y="3752067"/>
            <a:ext cx="3081182" cy="421124"/>
            <a:chOff x="7983370" y="3727749"/>
            <a:chExt cx="3259110" cy="445442"/>
          </a:xfrm>
        </p:grpSpPr>
        <p:pic>
          <p:nvPicPr>
            <p:cNvPr id="65" name="그래픽 64">
              <a:extLst>
                <a:ext uri="{FF2B5EF4-FFF2-40B4-BE49-F238E27FC236}">
                  <a16:creationId xmlns:a16="http://schemas.microsoft.com/office/drawing/2014/main" id="{A2AB83BF-CF66-03E6-2534-CD25499ED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44272" y="3727749"/>
              <a:ext cx="445442" cy="445442"/>
            </a:xfrm>
            <a:prstGeom prst="rect">
              <a:avLst/>
            </a:prstGeom>
          </p:spPr>
        </p:pic>
        <p:pic>
          <p:nvPicPr>
            <p:cNvPr id="66" name="그래픽 65">
              <a:extLst>
                <a:ext uri="{FF2B5EF4-FFF2-40B4-BE49-F238E27FC236}">
                  <a16:creationId xmlns:a16="http://schemas.microsoft.com/office/drawing/2014/main" id="{01AA8134-C705-C661-42B5-1BCA9655F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06942" y="3727749"/>
              <a:ext cx="445442" cy="445442"/>
            </a:xfrm>
            <a:prstGeom prst="rect">
              <a:avLst/>
            </a:prstGeom>
          </p:spPr>
        </p:pic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65A63B7D-4485-4CCE-D7AE-3699D55417F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2964" y="3727749"/>
              <a:ext cx="445442" cy="445442"/>
            </a:xfrm>
            <a:prstGeom prst="rect">
              <a:avLst/>
            </a:prstGeom>
          </p:spPr>
        </p:pic>
        <p:pic>
          <p:nvPicPr>
            <p:cNvPr id="68" name="그래픽 67">
              <a:extLst>
                <a:ext uri="{FF2B5EF4-FFF2-40B4-BE49-F238E27FC236}">
                  <a16:creationId xmlns:a16="http://schemas.microsoft.com/office/drawing/2014/main" id="{E149DDF4-5D9E-179D-07EF-DEEFE6B82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30001" y="3727749"/>
              <a:ext cx="445442" cy="445442"/>
            </a:xfrm>
            <a:prstGeom prst="rect">
              <a:avLst/>
            </a:prstGeom>
          </p:spPr>
        </p:pic>
        <p:pic>
          <p:nvPicPr>
            <p:cNvPr id="69" name="그래픽 68">
              <a:extLst>
                <a:ext uri="{FF2B5EF4-FFF2-40B4-BE49-F238E27FC236}">
                  <a16:creationId xmlns:a16="http://schemas.microsoft.com/office/drawing/2014/main" id="{07372858-C7E2-3BBB-433C-6A57D69D2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97038" y="3727749"/>
              <a:ext cx="445442" cy="445442"/>
            </a:xfrm>
            <a:prstGeom prst="rect">
              <a:avLst/>
            </a:prstGeom>
          </p:spPr>
        </p:pic>
        <p:pic>
          <p:nvPicPr>
            <p:cNvPr id="70" name="그래픽 69">
              <a:extLst>
                <a:ext uri="{FF2B5EF4-FFF2-40B4-BE49-F238E27FC236}">
                  <a16:creationId xmlns:a16="http://schemas.microsoft.com/office/drawing/2014/main" id="{5F293E71-2637-9433-DC44-40B17E466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3370" y="3727749"/>
              <a:ext cx="445442" cy="445442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1E9ACE-B540-EBA8-F9C7-10FEBA88C64B}"/>
              </a:ext>
            </a:extLst>
          </p:cNvPr>
          <p:cNvSpPr/>
          <p:nvPr/>
        </p:nvSpPr>
        <p:spPr>
          <a:xfrm>
            <a:off x="2039208" y="1529408"/>
            <a:ext cx="8113581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B42AE1-2E95-5942-5D07-6D3D32C0D1D0}"/>
              </a:ext>
            </a:extLst>
          </p:cNvPr>
          <p:cNvSpPr/>
          <p:nvPr/>
        </p:nvSpPr>
        <p:spPr>
          <a:xfrm rot="5400000">
            <a:off x="8379123" y="3303074"/>
            <a:ext cx="4566939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156BDE0-42DC-E990-DE0E-7BBB8344CD4D}"/>
              </a:ext>
            </a:extLst>
          </p:cNvPr>
          <p:cNvSpPr/>
          <p:nvPr/>
        </p:nvSpPr>
        <p:spPr>
          <a:xfrm>
            <a:off x="1019605" y="764704"/>
            <a:ext cx="10152789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13072C4-C581-8852-EEB4-3E933D879FC3}"/>
              </a:ext>
            </a:extLst>
          </p:cNvPr>
          <p:cNvSpPr/>
          <p:nvPr/>
        </p:nvSpPr>
        <p:spPr>
          <a:xfrm rot="5400000">
            <a:off x="8635549" y="3301549"/>
            <a:ext cx="6093296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B94CB1F-2C83-A849-DA77-429DE57906A4}"/>
              </a:ext>
            </a:extLst>
          </p:cNvPr>
          <p:cNvSpPr/>
          <p:nvPr/>
        </p:nvSpPr>
        <p:spPr>
          <a:xfrm>
            <a:off x="0" y="0"/>
            <a:ext cx="12192000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BF6B9E-F46D-126B-F733-484791EFF2D7}"/>
              </a:ext>
            </a:extLst>
          </p:cNvPr>
          <p:cNvSpPr/>
          <p:nvPr/>
        </p:nvSpPr>
        <p:spPr>
          <a:xfrm rot="5400000">
            <a:off x="8101907" y="3280764"/>
            <a:ext cx="3082155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A6543C4-5230-31D3-C23F-428759F2337E}"/>
              </a:ext>
            </a:extLst>
          </p:cNvPr>
          <p:cNvSpPr/>
          <p:nvPr/>
        </p:nvSpPr>
        <p:spPr>
          <a:xfrm>
            <a:off x="3999459" y="3798415"/>
            <a:ext cx="5133721" cy="771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4DFD3E6-F5CC-20F3-F70D-2F37259A70F4}"/>
              </a:ext>
            </a:extLst>
          </p:cNvPr>
          <p:cNvSpPr/>
          <p:nvPr/>
        </p:nvSpPr>
        <p:spPr>
          <a:xfrm>
            <a:off x="3999459" y="3035621"/>
            <a:ext cx="5133721" cy="7761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0F703F0-33BA-C92B-FE76-C38D6000E0BF}"/>
              </a:ext>
            </a:extLst>
          </p:cNvPr>
          <p:cNvSpPr/>
          <p:nvPr/>
        </p:nvSpPr>
        <p:spPr>
          <a:xfrm>
            <a:off x="1" y="6093296"/>
            <a:ext cx="1117239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F54134D-23BE-061B-5279-AA30884D68EF}"/>
              </a:ext>
            </a:extLst>
          </p:cNvPr>
          <p:cNvSpPr/>
          <p:nvPr/>
        </p:nvSpPr>
        <p:spPr>
          <a:xfrm rot="5400000">
            <a:off x="-2154493" y="2919197"/>
            <a:ext cx="5328592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F0291E-90DA-CB0B-05EF-6BFE477F1F89}"/>
              </a:ext>
            </a:extLst>
          </p:cNvPr>
          <p:cNvSpPr/>
          <p:nvPr/>
        </p:nvSpPr>
        <p:spPr>
          <a:xfrm>
            <a:off x="1019605" y="5331643"/>
            <a:ext cx="913318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AFE4352-D7BE-6C99-13F7-E79D287CBE6B}"/>
              </a:ext>
            </a:extLst>
          </p:cNvPr>
          <p:cNvSpPr/>
          <p:nvPr/>
        </p:nvSpPr>
        <p:spPr>
          <a:xfrm rot="5400000">
            <a:off x="-392498" y="2941509"/>
            <a:ext cx="3843811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89F82C2-9282-0F69-8AA3-45FBCCD71CEE}"/>
              </a:ext>
            </a:extLst>
          </p:cNvPr>
          <p:cNvSpPr/>
          <p:nvPr/>
        </p:nvSpPr>
        <p:spPr>
          <a:xfrm>
            <a:off x="2039209" y="4566940"/>
            <a:ext cx="709397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7CB533D-9BC4-719F-30A6-9FB7466D6E2D}"/>
              </a:ext>
            </a:extLst>
          </p:cNvPr>
          <p:cNvSpPr/>
          <p:nvPr/>
        </p:nvSpPr>
        <p:spPr>
          <a:xfrm rot="5400000">
            <a:off x="1407280" y="2913493"/>
            <a:ext cx="2283467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D815AA3-71F8-1D75-5F23-3AB6A1654FE0}"/>
              </a:ext>
            </a:extLst>
          </p:cNvPr>
          <p:cNvSpPr/>
          <p:nvPr/>
        </p:nvSpPr>
        <p:spPr>
          <a:xfrm>
            <a:off x="3058817" y="2249487"/>
            <a:ext cx="6074367" cy="796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FE467DA-87B6-9D9F-F414-1D06D64DF8D1}"/>
              </a:ext>
            </a:extLst>
          </p:cNvPr>
          <p:cNvSpPr/>
          <p:nvPr/>
        </p:nvSpPr>
        <p:spPr>
          <a:xfrm rot="5400000">
            <a:off x="2769754" y="3335324"/>
            <a:ext cx="1518765" cy="9406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77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30"/>
                            </p:stCondLst>
                            <p:childTnLst>
                              <p:par>
                                <p:cTn id="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1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60"/>
                            </p:stCondLst>
                            <p:childTnLst>
                              <p:par>
                                <p:cTn id="13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1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90"/>
                            </p:stCondLst>
                            <p:childTnLst>
                              <p:par>
                                <p:cTn id="17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1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2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"/>
                            </p:stCondLst>
                            <p:childTnLst>
                              <p:par>
                                <p:cTn id="2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1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80"/>
                            </p:stCondLst>
                            <p:childTnLst>
                              <p:par>
                                <p:cTn id="29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1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10"/>
                            </p:stCondLst>
                            <p:childTnLst>
                              <p:par>
                                <p:cTn id="3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1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4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70"/>
                            </p:stCondLst>
                            <p:childTnLst>
                              <p:par>
                                <p:cTn id="41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13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00"/>
                            </p:stCondLst>
                            <p:childTnLst>
                              <p:par>
                                <p:cTn id="45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3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430"/>
                            </p:stCondLst>
                            <p:childTnLst>
                              <p:par>
                                <p:cTn id="4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13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60"/>
                            </p:stCondLst>
                            <p:childTnLst>
                              <p:par>
                                <p:cTn id="5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" dur="1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90"/>
                            </p:stCondLst>
                            <p:childTnLst>
                              <p:par>
                                <p:cTn id="57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8" dur="13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820"/>
                            </p:stCondLst>
                            <p:childTnLst>
                              <p:par>
                                <p:cTn id="61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13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50"/>
                            </p:stCondLst>
                            <p:childTnLst>
                              <p:par>
                                <p:cTn id="6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6" dur="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9" grpId="0" animBg="1"/>
      <p:bldP spid="18" grpId="0" animBg="1"/>
      <p:bldP spid="12" grpId="0" animBg="1"/>
      <p:bldP spid="7" grpId="0" animBg="1"/>
      <p:bldP spid="23" grpId="0" animBg="1"/>
      <p:bldP spid="28" grpId="0" animBg="1"/>
      <p:bldP spid="29" grpId="0" animBg="1"/>
      <p:bldP spid="15" grpId="0" animBg="1"/>
      <p:bldP spid="16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C9A42-79B0-B2D8-39BF-7CC8FB127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F37FD7A-73E8-25E0-252B-94AC0FB5048E}"/>
              </a:ext>
            </a:extLst>
          </p:cNvPr>
          <p:cNvSpPr txBox="1"/>
          <p:nvPr/>
        </p:nvSpPr>
        <p:spPr>
          <a:xfrm>
            <a:off x="3064982" y="5304182"/>
            <a:ext cx="6062037" cy="5847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1. </a:t>
            </a:r>
            <a:r>
              <a:rPr lang="en-US" altLang="ko-KR" sz="3200" dirty="0" err="1">
                <a:solidFill>
                  <a:schemeClr val="bg1"/>
                </a:solidFill>
                <a:latin typeface="페이퍼로지 7 Bold" charset="-127"/>
                <a:ea typeface="페이퍼로지 7 Bold" charset="-127"/>
                <a:cs typeface="Open Sans Extrabold" panose="020B0906030804020204" pitchFamily="34" charset="0"/>
              </a:rPr>
              <a:t>PokeTodo</a:t>
            </a:r>
            <a:endParaRPr lang="en-US" altLang="ko-KR" sz="3200" b="1" dirty="0">
              <a:solidFill>
                <a:schemeClr val="bg1"/>
              </a:solidFill>
              <a:latin typeface="페이퍼로지 7 Bold" charset="-127"/>
              <a:ea typeface="페이퍼로지 7 Bold" charset="-127"/>
              <a:cs typeface="Open Sans Extrabold" panose="020B0906030804020204" pitchFamily="34" charset="0"/>
            </a:endParaRP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ADD14799-574D-D6BB-1B19-D6FEE2C0C6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407368" y="1730144"/>
            <a:ext cx="2807323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05016C9-D2A7-A5A1-6C3F-581DC277A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691" y="188640"/>
            <a:ext cx="2485140" cy="2548862"/>
          </a:xfrm>
          <a:prstGeom prst="rect">
            <a:avLst/>
          </a:prstGeom>
        </p:spPr>
      </p:pic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7F57DC7C-2A92-B7DD-9A94-0D174531F2C0}"/>
              </a:ext>
            </a:extLst>
          </p:cNvPr>
          <p:cNvSpPr/>
          <p:nvPr/>
        </p:nvSpPr>
        <p:spPr>
          <a:xfrm flipH="1">
            <a:off x="7253282" y="3720406"/>
            <a:ext cx="4434640" cy="683393"/>
          </a:xfrm>
          <a:custGeom>
            <a:avLst/>
            <a:gdLst>
              <a:gd name="connsiteX0" fmla="*/ 3703891 w 3816096"/>
              <a:gd name="connsiteY0" fmla="*/ 539020 h 588073"/>
              <a:gd name="connsiteX1" fmla="*/ 3703891 w 3816096"/>
              <a:gd name="connsiteY1" fmla="*/ 478060 h 588073"/>
              <a:gd name="connsiteX2" fmla="*/ 3611404 w 3816096"/>
              <a:gd name="connsiteY2" fmla="*/ 478060 h 588073"/>
              <a:gd name="connsiteX3" fmla="*/ 3611404 w 3816096"/>
              <a:gd name="connsiteY3" fmla="*/ 440246 h 588073"/>
              <a:gd name="connsiteX4" fmla="*/ 3518821 w 3816096"/>
              <a:gd name="connsiteY4" fmla="*/ 440246 h 588073"/>
              <a:gd name="connsiteX5" fmla="*/ 3518821 w 3816096"/>
              <a:gd name="connsiteY5" fmla="*/ 405670 h 588073"/>
              <a:gd name="connsiteX6" fmla="*/ 3426238 w 3816096"/>
              <a:gd name="connsiteY6" fmla="*/ 405670 h 588073"/>
              <a:gd name="connsiteX7" fmla="*/ 3426238 w 3816096"/>
              <a:gd name="connsiteY7" fmla="*/ 539020 h 588073"/>
              <a:gd name="connsiteX8" fmla="*/ 310420 w 3816096"/>
              <a:gd name="connsiteY8" fmla="*/ 539020 h 588073"/>
              <a:gd name="connsiteX9" fmla="*/ 310420 w 3816096"/>
              <a:gd name="connsiteY9" fmla="*/ 511874 h 588073"/>
              <a:gd name="connsiteX10" fmla="*/ 270605 w 3816096"/>
              <a:gd name="connsiteY10" fmla="*/ 511874 h 588073"/>
              <a:gd name="connsiteX11" fmla="*/ 270605 w 3816096"/>
              <a:gd name="connsiteY11" fmla="*/ 475869 h 588073"/>
              <a:gd name="connsiteX12" fmla="*/ 230791 w 3816096"/>
              <a:gd name="connsiteY12" fmla="*/ 475869 h 588073"/>
              <a:gd name="connsiteX13" fmla="*/ 230791 w 3816096"/>
              <a:gd name="connsiteY13" fmla="*/ 439865 h 588073"/>
              <a:gd name="connsiteX14" fmla="*/ 198977 w 3816096"/>
              <a:gd name="connsiteY14" fmla="*/ 439865 h 588073"/>
              <a:gd name="connsiteX15" fmla="*/ 198977 w 3816096"/>
              <a:gd name="connsiteY15" fmla="*/ 0 h 588073"/>
              <a:gd name="connsiteX16" fmla="*/ 0 w 3816096"/>
              <a:gd name="connsiteY16" fmla="*/ 0 h 588073"/>
              <a:gd name="connsiteX17" fmla="*/ 0 w 3816096"/>
              <a:gd name="connsiteY17" fmla="*/ 511874 h 588073"/>
              <a:gd name="connsiteX18" fmla="*/ 31814 w 3816096"/>
              <a:gd name="connsiteY18" fmla="*/ 511874 h 588073"/>
              <a:gd name="connsiteX19" fmla="*/ 31814 w 3816096"/>
              <a:gd name="connsiteY19" fmla="*/ 551974 h 588073"/>
              <a:gd name="connsiteX20" fmla="*/ 71628 w 3816096"/>
              <a:gd name="connsiteY20" fmla="*/ 551974 h 588073"/>
              <a:gd name="connsiteX21" fmla="*/ 71628 w 3816096"/>
              <a:gd name="connsiteY21" fmla="*/ 588074 h 588073"/>
              <a:gd name="connsiteX22" fmla="*/ 255842 w 3816096"/>
              <a:gd name="connsiteY22" fmla="*/ 588074 h 588073"/>
              <a:gd name="connsiteX23" fmla="*/ 270605 w 3816096"/>
              <a:gd name="connsiteY23" fmla="*/ 588074 h 588073"/>
              <a:gd name="connsiteX24" fmla="*/ 3426238 w 3816096"/>
              <a:gd name="connsiteY24" fmla="*/ 588074 h 588073"/>
              <a:gd name="connsiteX25" fmla="*/ 3518821 w 3816096"/>
              <a:gd name="connsiteY25" fmla="*/ 588074 h 588073"/>
              <a:gd name="connsiteX26" fmla="*/ 3611404 w 3816096"/>
              <a:gd name="connsiteY26" fmla="*/ 588074 h 588073"/>
              <a:gd name="connsiteX27" fmla="*/ 3703891 w 3816096"/>
              <a:gd name="connsiteY27" fmla="*/ 588074 h 588073"/>
              <a:gd name="connsiteX28" fmla="*/ 3816096 w 3816096"/>
              <a:gd name="connsiteY28" fmla="*/ 588074 h 588073"/>
              <a:gd name="connsiteX29" fmla="*/ 3816096 w 3816096"/>
              <a:gd name="connsiteY29" fmla="*/ 539020 h 588073"/>
              <a:gd name="connsiteX30" fmla="*/ 3703891 w 3816096"/>
              <a:gd name="connsiteY30" fmla="*/ 539020 h 58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6096" h="588073">
                <a:moveTo>
                  <a:pt x="3703891" y="539020"/>
                </a:moveTo>
                <a:lnTo>
                  <a:pt x="3703891" y="478060"/>
                </a:lnTo>
                <a:lnTo>
                  <a:pt x="3611404" y="478060"/>
                </a:lnTo>
                <a:lnTo>
                  <a:pt x="3611404" y="440246"/>
                </a:lnTo>
                <a:lnTo>
                  <a:pt x="3518821" y="440246"/>
                </a:lnTo>
                <a:lnTo>
                  <a:pt x="3518821" y="405670"/>
                </a:lnTo>
                <a:lnTo>
                  <a:pt x="3426238" y="405670"/>
                </a:lnTo>
                <a:lnTo>
                  <a:pt x="3426238" y="539020"/>
                </a:lnTo>
                <a:lnTo>
                  <a:pt x="310420" y="539020"/>
                </a:lnTo>
                <a:lnTo>
                  <a:pt x="310420" y="511874"/>
                </a:lnTo>
                <a:lnTo>
                  <a:pt x="270605" y="511874"/>
                </a:lnTo>
                <a:lnTo>
                  <a:pt x="270605" y="475869"/>
                </a:lnTo>
                <a:lnTo>
                  <a:pt x="230791" y="475869"/>
                </a:lnTo>
                <a:lnTo>
                  <a:pt x="230791" y="439865"/>
                </a:lnTo>
                <a:lnTo>
                  <a:pt x="198977" y="439865"/>
                </a:lnTo>
                <a:lnTo>
                  <a:pt x="198977" y="0"/>
                </a:lnTo>
                <a:lnTo>
                  <a:pt x="0" y="0"/>
                </a:lnTo>
                <a:lnTo>
                  <a:pt x="0" y="511874"/>
                </a:lnTo>
                <a:lnTo>
                  <a:pt x="31814" y="511874"/>
                </a:lnTo>
                <a:lnTo>
                  <a:pt x="31814" y="551974"/>
                </a:lnTo>
                <a:lnTo>
                  <a:pt x="71628" y="551974"/>
                </a:lnTo>
                <a:lnTo>
                  <a:pt x="71628" y="588074"/>
                </a:lnTo>
                <a:lnTo>
                  <a:pt x="255842" y="588074"/>
                </a:lnTo>
                <a:lnTo>
                  <a:pt x="270605" y="588074"/>
                </a:lnTo>
                <a:lnTo>
                  <a:pt x="3426238" y="588074"/>
                </a:lnTo>
                <a:lnTo>
                  <a:pt x="3518821" y="588074"/>
                </a:lnTo>
                <a:lnTo>
                  <a:pt x="3611404" y="588074"/>
                </a:lnTo>
                <a:lnTo>
                  <a:pt x="3703891" y="588074"/>
                </a:lnTo>
                <a:lnTo>
                  <a:pt x="3816096" y="588074"/>
                </a:lnTo>
                <a:lnTo>
                  <a:pt x="3816096" y="539020"/>
                </a:lnTo>
                <a:lnTo>
                  <a:pt x="3703891" y="53902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45182C6-96E5-0B4C-5D46-50CA4CBEFD10}"/>
              </a:ext>
            </a:extLst>
          </p:cNvPr>
          <p:cNvGrpSpPr/>
          <p:nvPr/>
        </p:nvGrpSpPr>
        <p:grpSpPr>
          <a:xfrm>
            <a:off x="491290" y="4501032"/>
            <a:ext cx="11209421" cy="2191073"/>
            <a:chOff x="1323975" y="2514688"/>
            <a:chExt cx="9543573" cy="1824362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8FF6AEF-9357-4688-580B-3D3BE39870B5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DACBC68F-ECF1-5C58-9833-2B949C2B1D01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AA9F6E6-6354-41D6-DC34-F6C371359105}"/>
              </a:ext>
            </a:extLst>
          </p:cNvPr>
          <p:cNvGrpSpPr/>
          <p:nvPr/>
        </p:nvGrpSpPr>
        <p:grpSpPr>
          <a:xfrm>
            <a:off x="516525" y="474715"/>
            <a:ext cx="4422193" cy="683393"/>
            <a:chOff x="516525" y="524064"/>
            <a:chExt cx="4422193" cy="683393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D92DFE8D-1BA8-1056-679A-3F061DA27767}"/>
                </a:ext>
              </a:extLst>
            </p:cNvPr>
            <p:cNvSpPr/>
            <p:nvPr/>
          </p:nvSpPr>
          <p:spPr>
            <a:xfrm>
              <a:off x="1789642" y="604179"/>
              <a:ext cx="2722182" cy="127974"/>
            </a:xfrm>
            <a:prstGeom prst="rect">
              <a:avLst/>
            </a:prstGeom>
            <a:solidFill>
              <a:srgbClr val="01A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14B3A2C3-3112-E733-C797-F56647ED24D8}"/>
                </a:ext>
              </a:extLst>
            </p:cNvPr>
            <p:cNvGrpSpPr/>
            <p:nvPr/>
          </p:nvGrpSpPr>
          <p:grpSpPr>
            <a:xfrm>
              <a:off x="516525" y="524064"/>
              <a:ext cx="4422193" cy="683393"/>
              <a:chOff x="4186237" y="3133725"/>
              <a:chExt cx="3816096" cy="588073"/>
            </a:xfrm>
            <a:solidFill>
              <a:schemeClr val="tx1"/>
            </a:solidFill>
          </p:grpSpPr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3A894CC5-2773-3D9B-458F-77069B491B7B}"/>
                  </a:ext>
                </a:extLst>
              </p:cNvPr>
              <p:cNvSpPr/>
              <p:nvPr/>
            </p:nvSpPr>
            <p:spPr>
              <a:xfrm>
                <a:off x="4186237" y="3133725"/>
                <a:ext cx="3816096" cy="588073"/>
              </a:xfrm>
              <a:custGeom>
                <a:avLst/>
                <a:gdLst>
                  <a:gd name="connsiteX0" fmla="*/ 3703891 w 3816096"/>
                  <a:gd name="connsiteY0" fmla="*/ 539020 h 588073"/>
                  <a:gd name="connsiteX1" fmla="*/ 3703891 w 3816096"/>
                  <a:gd name="connsiteY1" fmla="*/ 478060 h 588073"/>
                  <a:gd name="connsiteX2" fmla="*/ 3611404 w 3816096"/>
                  <a:gd name="connsiteY2" fmla="*/ 478060 h 588073"/>
                  <a:gd name="connsiteX3" fmla="*/ 3611404 w 3816096"/>
                  <a:gd name="connsiteY3" fmla="*/ 440246 h 588073"/>
                  <a:gd name="connsiteX4" fmla="*/ 3518821 w 3816096"/>
                  <a:gd name="connsiteY4" fmla="*/ 440246 h 588073"/>
                  <a:gd name="connsiteX5" fmla="*/ 3518821 w 3816096"/>
                  <a:gd name="connsiteY5" fmla="*/ 405670 h 588073"/>
                  <a:gd name="connsiteX6" fmla="*/ 3426238 w 3816096"/>
                  <a:gd name="connsiteY6" fmla="*/ 405670 h 588073"/>
                  <a:gd name="connsiteX7" fmla="*/ 3426238 w 3816096"/>
                  <a:gd name="connsiteY7" fmla="*/ 539020 h 588073"/>
                  <a:gd name="connsiteX8" fmla="*/ 310420 w 3816096"/>
                  <a:gd name="connsiteY8" fmla="*/ 539020 h 588073"/>
                  <a:gd name="connsiteX9" fmla="*/ 310420 w 3816096"/>
                  <a:gd name="connsiteY9" fmla="*/ 511874 h 588073"/>
                  <a:gd name="connsiteX10" fmla="*/ 270605 w 3816096"/>
                  <a:gd name="connsiteY10" fmla="*/ 511874 h 588073"/>
                  <a:gd name="connsiteX11" fmla="*/ 270605 w 3816096"/>
                  <a:gd name="connsiteY11" fmla="*/ 475869 h 588073"/>
                  <a:gd name="connsiteX12" fmla="*/ 230791 w 3816096"/>
                  <a:gd name="connsiteY12" fmla="*/ 475869 h 588073"/>
                  <a:gd name="connsiteX13" fmla="*/ 230791 w 3816096"/>
                  <a:gd name="connsiteY13" fmla="*/ 439865 h 588073"/>
                  <a:gd name="connsiteX14" fmla="*/ 198977 w 3816096"/>
                  <a:gd name="connsiteY14" fmla="*/ 439865 h 588073"/>
                  <a:gd name="connsiteX15" fmla="*/ 198977 w 3816096"/>
                  <a:gd name="connsiteY15" fmla="*/ 0 h 588073"/>
                  <a:gd name="connsiteX16" fmla="*/ 0 w 3816096"/>
                  <a:gd name="connsiteY16" fmla="*/ 0 h 588073"/>
                  <a:gd name="connsiteX17" fmla="*/ 0 w 3816096"/>
                  <a:gd name="connsiteY17" fmla="*/ 511874 h 588073"/>
                  <a:gd name="connsiteX18" fmla="*/ 31814 w 3816096"/>
                  <a:gd name="connsiteY18" fmla="*/ 511874 h 588073"/>
                  <a:gd name="connsiteX19" fmla="*/ 31814 w 3816096"/>
                  <a:gd name="connsiteY19" fmla="*/ 551974 h 588073"/>
                  <a:gd name="connsiteX20" fmla="*/ 71628 w 3816096"/>
                  <a:gd name="connsiteY20" fmla="*/ 551974 h 588073"/>
                  <a:gd name="connsiteX21" fmla="*/ 71628 w 3816096"/>
                  <a:gd name="connsiteY21" fmla="*/ 588074 h 588073"/>
                  <a:gd name="connsiteX22" fmla="*/ 255842 w 3816096"/>
                  <a:gd name="connsiteY22" fmla="*/ 588074 h 588073"/>
                  <a:gd name="connsiteX23" fmla="*/ 270605 w 3816096"/>
                  <a:gd name="connsiteY23" fmla="*/ 588074 h 588073"/>
                  <a:gd name="connsiteX24" fmla="*/ 3426238 w 3816096"/>
                  <a:gd name="connsiteY24" fmla="*/ 588074 h 588073"/>
                  <a:gd name="connsiteX25" fmla="*/ 3518821 w 3816096"/>
                  <a:gd name="connsiteY25" fmla="*/ 588074 h 588073"/>
                  <a:gd name="connsiteX26" fmla="*/ 3611404 w 3816096"/>
                  <a:gd name="connsiteY26" fmla="*/ 588074 h 588073"/>
                  <a:gd name="connsiteX27" fmla="*/ 3703891 w 3816096"/>
                  <a:gd name="connsiteY27" fmla="*/ 588074 h 588073"/>
                  <a:gd name="connsiteX28" fmla="*/ 3816096 w 3816096"/>
                  <a:gd name="connsiteY28" fmla="*/ 588074 h 588073"/>
                  <a:gd name="connsiteX29" fmla="*/ 3816096 w 3816096"/>
                  <a:gd name="connsiteY29" fmla="*/ 539020 h 588073"/>
                  <a:gd name="connsiteX30" fmla="*/ 3703891 w 3816096"/>
                  <a:gd name="connsiteY30" fmla="*/ 539020 h 58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816096" h="588073">
                    <a:moveTo>
                      <a:pt x="3703891" y="539020"/>
                    </a:moveTo>
                    <a:lnTo>
                      <a:pt x="3703891" y="478060"/>
                    </a:lnTo>
                    <a:lnTo>
                      <a:pt x="3611404" y="478060"/>
                    </a:lnTo>
                    <a:lnTo>
                      <a:pt x="3611404" y="440246"/>
                    </a:lnTo>
                    <a:lnTo>
                      <a:pt x="3518821" y="440246"/>
                    </a:lnTo>
                    <a:lnTo>
                      <a:pt x="3518821" y="405670"/>
                    </a:lnTo>
                    <a:lnTo>
                      <a:pt x="3426238" y="405670"/>
                    </a:lnTo>
                    <a:lnTo>
                      <a:pt x="3426238" y="539020"/>
                    </a:lnTo>
                    <a:lnTo>
                      <a:pt x="310420" y="539020"/>
                    </a:lnTo>
                    <a:lnTo>
                      <a:pt x="310420" y="511874"/>
                    </a:lnTo>
                    <a:lnTo>
                      <a:pt x="270605" y="511874"/>
                    </a:lnTo>
                    <a:lnTo>
                      <a:pt x="270605" y="475869"/>
                    </a:lnTo>
                    <a:lnTo>
                      <a:pt x="230791" y="475869"/>
                    </a:lnTo>
                    <a:lnTo>
                      <a:pt x="230791" y="439865"/>
                    </a:lnTo>
                    <a:lnTo>
                      <a:pt x="198977" y="439865"/>
                    </a:lnTo>
                    <a:lnTo>
                      <a:pt x="198977" y="0"/>
                    </a:lnTo>
                    <a:lnTo>
                      <a:pt x="0" y="0"/>
                    </a:lnTo>
                    <a:lnTo>
                      <a:pt x="0" y="511874"/>
                    </a:lnTo>
                    <a:lnTo>
                      <a:pt x="31814" y="511874"/>
                    </a:lnTo>
                    <a:lnTo>
                      <a:pt x="31814" y="551974"/>
                    </a:lnTo>
                    <a:lnTo>
                      <a:pt x="71628" y="551974"/>
                    </a:lnTo>
                    <a:lnTo>
                      <a:pt x="71628" y="588074"/>
                    </a:lnTo>
                    <a:lnTo>
                      <a:pt x="255842" y="588074"/>
                    </a:lnTo>
                    <a:lnTo>
                      <a:pt x="270605" y="588074"/>
                    </a:lnTo>
                    <a:lnTo>
                      <a:pt x="3426238" y="588074"/>
                    </a:lnTo>
                    <a:lnTo>
                      <a:pt x="3518821" y="588074"/>
                    </a:lnTo>
                    <a:lnTo>
                      <a:pt x="3611404" y="588074"/>
                    </a:lnTo>
                    <a:lnTo>
                      <a:pt x="3703891" y="588074"/>
                    </a:lnTo>
                    <a:lnTo>
                      <a:pt x="3816096" y="588074"/>
                    </a:lnTo>
                    <a:lnTo>
                      <a:pt x="3816096" y="539020"/>
                    </a:lnTo>
                    <a:lnTo>
                      <a:pt x="3703891" y="5390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C10FB5C8-385F-EDB5-1C3C-17CB997CAAA1}"/>
                  </a:ext>
                </a:extLst>
              </p:cNvPr>
              <p:cNvSpPr/>
              <p:nvPr/>
            </p:nvSpPr>
            <p:spPr>
              <a:xfrm>
                <a:off x="4521898" y="3133725"/>
                <a:ext cx="3321938" cy="259365"/>
              </a:xfrm>
              <a:custGeom>
                <a:avLst/>
                <a:gdLst>
                  <a:gd name="connsiteX0" fmla="*/ 724472 w 3321938"/>
                  <a:gd name="connsiteY0" fmla="*/ 259366 h 259365"/>
                  <a:gd name="connsiteX1" fmla="*/ 3092196 w 3321938"/>
                  <a:gd name="connsiteY1" fmla="*/ 259366 h 259365"/>
                  <a:gd name="connsiteX2" fmla="*/ 3286220 w 3321938"/>
                  <a:gd name="connsiteY2" fmla="*/ 259366 h 259365"/>
                  <a:gd name="connsiteX3" fmla="*/ 3321939 w 3321938"/>
                  <a:gd name="connsiteY3" fmla="*/ 259366 h 259365"/>
                  <a:gd name="connsiteX4" fmla="*/ 3321939 w 3321938"/>
                  <a:gd name="connsiteY4" fmla="*/ 0 h 259365"/>
                  <a:gd name="connsiteX5" fmla="*/ 3092196 w 3321938"/>
                  <a:gd name="connsiteY5" fmla="*/ 0 h 259365"/>
                  <a:gd name="connsiteX6" fmla="*/ 3092196 w 3321938"/>
                  <a:gd name="connsiteY6" fmla="*/ 221075 h 259365"/>
                  <a:gd name="connsiteX7" fmla="*/ 776573 w 3321938"/>
                  <a:gd name="connsiteY7" fmla="*/ 221075 h 259365"/>
                  <a:gd name="connsiteX8" fmla="*/ 776573 w 3321938"/>
                  <a:gd name="connsiteY8" fmla="*/ 3429 h 259365"/>
                  <a:gd name="connsiteX9" fmla="*/ 0 w 3321938"/>
                  <a:gd name="connsiteY9" fmla="*/ 3429 h 259365"/>
                  <a:gd name="connsiteX10" fmla="*/ 0 w 3321938"/>
                  <a:gd name="connsiteY10" fmla="*/ 259366 h 259365"/>
                  <a:gd name="connsiteX11" fmla="*/ 724472 w 3321938"/>
                  <a:gd name="connsiteY11" fmla="*/ 259366 h 259365"/>
                  <a:gd name="connsiteX12" fmla="*/ 724472 w 3321938"/>
                  <a:gd name="connsiteY12" fmla="*/ 259366 h 25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21938" h="259365">
                    <a:moveTo>
                      <a:pt x="724472" y="259366"/>
                    </a:moveTo>
                    <a:lnTo>
                      <a:pt x="3092196" y="259366"/>
                    </a:lnTo>
                    <a:lnTo>
                      <a:pt x="3286220" y="259366"/>
                    </a:lnTo>
                    <a:lnTo>
                      <a:pt x="3321939" y="259366"/>
                    </a:lnTo>
                    <a:lnTo>
                      <a:pt x="3321939" y="0"/>
                    </a:lnTo>
                    <a:lnTo>
                      <a:pt x="3092196" y="0"/>
                    </a:lnTo>
                    <a:lnTo>
                      <a:pt x="3092196" y="221075"/>
                    </a:lnTo>
                    <a:lnTo>
                      <a:pt x="776573" y="221075"/>
                    </a:lnTo>
                    <a:lnTo>
                      <a:pt x="776573" y="3429"/>
                    </a:lnTo>
                    <a:lnTo>
                      <a:pt x="0" y="3429"/>
                    </a:lnTo>
                    <a:lnTo>
                      <a:pt x="0" y="259366"/>
                    </a:lnTo>
                    <a:lnTo>
                      <a:pt x="724472" y="259366"/>
                    </a:lnTo>
                    <a:lnTo>
                      <a:pt x="724472" y="2593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507EA4A3-0DBB-655E-D5D8-084426FFA366}"/>
                </a:ext>
              </a:extLst>
            </p:cNvPr>
            <p:cNvGrpSpPr/>
            <p:nvPr/>
          </p:nvGrpSpPr>
          <p:grpSpPr>
            <a:xfrm>
              <a:off x="983432" y="579947"/>
              <a:ext cx="645249" cy="183028"/>
              <a:chOff x="983432" y="579947"/>
              <a:chExt cx="645249" cy="183028"/>
            </a:xfrm>
          </p:grpSpPr>
          <p:grpSp>
            <p:nvGrpSpPr>
              <p:cNvPr id="21" name="그래픽 17">
                <a:extLst>
                  <a:ext uri="{FF2B5EF4-FFF2-40B4-BE49-F238E27FC236}">
                    <a16:creationId xmlns:a16="http://schemas.microsoft.com/office/drawing/2014/main" id="{F7B1C7A7-5C33-39D4-E427-04C52049B3CB}"/>
                  </a:ext>
                </a:extLst>
              </p:cNvPr>
              <p:cNvGrpSpPr/>
              <p:nvPr/>
            </p:nvGrpSpPr>
            <p:grpSpPr>
              <a:xfrm>
                <a:off x="983432" y="579947"/>
                <a:ext cx="645249" cy="183028"/>
                <a:chOff x="983432" y="579947"/>
                <a:chExt cx="645249" cy="183028"/>
              </a:xfrm>
              <a:solidFill>
                <a:srgbClr val="F9D071"/>
              </a:solidFill>
            </p:grpSpPr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29A2E54E-09C9-C227-7A96-EE63C32AEA69}"/>
                    </a:ext>
                  </a:extLst>
                </p:cNvPr>
                <p:cNvSpPr/>
                <p:nvPr/>
              </p:nvSpPr>
              <p:spPr>
                <a:xfrm>
                  <a:off x="983432" y="579947"/>
                  <a:ext cx="219090" cy="183028"/>
                </a:xfrm>
                <a:custGeom>
                  <a:avLst/>
                  <a:gdLst>
                    <a:gd name="connsiteX0" fmla="*/ 164527 w 219090"/>
                    <a:gd name="connsiteY0" fmla="*/ 86863 h 183028"/>
                    <a:gd name="connsiteX1" fmla="*/ 109231 w 219090"/>
                    <a:gd name="connsiteY1" fmla="*/ 86863 h 183028"/>
                    <a:gd name="connsiteX2" fmla="*/ 109231 w 219090"/>
                    <a:gd name="connsiteY2" fmla="*/ 0 h 183028"/>
                    <a:gd name="connsiteX3" fmla="*/ 0 w 219090"/>
                    <a:gd name="connsiteY3" fmla="*/ 0 h 183028"/>
                    <a:gd name="connsiteX4" fmla="*/ 0 w 219090"/>
                    <a:gd name="connsiteY4" fmla="*/ 183028 h 183028"/>
                    <a:gd name="connsiteX5" fmla="*/ 109231 w 219090"/>
                    <a:gd name="connsiteY5" fmla="*/ 183028 h 183028"/>
                    <a:gd name="connsiteX6" fmla="*/ 109231 w 219090"/>
                    <a:gd name="connsiteY6" fmla="*/ 130033 h 183028"/>
                    <a:gd name="connsiteX7" fmla="*/ 164527 w 219090"/>
                    <a:gd name="connsiteY7" fmla="*/ 130033 h 183028"/>
                    <a:gd name="connsiteX8" fmla="*/ 164527 w 219090"/>
                    <a:gd name="connsiteY8" fmla="*/ 183028 h 183028"/>
                    <a:gd name="connsiteX9" fmla="*/ 219090 w 219090"/>
                    <a:gd name="connsiteY9" fmla="*/ 183028 h 183028"/>
                    <a:gd name="connsiteX10" fmla="*/ 219090 w 219090"/>
                    <a:gd name="connsiteY10" fmla="*/ 0 h 183028"/>
                    <a:gd name="connsiteX11" fmla="*/ 164527 w 219090"/>
                    <a:gd name="connsiteY11" fmla="*/ 0 h 183028"/>
                    <a:gd name="connsiteX12" fmla="*/ 164527 w 219090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9090" h="183028">
                      <a:moveTo>
                        <a:pt x="164527" y="86863"/>
                      </a:moveTo>
                      <a:lnTo>
                        <a:pt x="109231" y="86863"/>
                      </a:lnTo>
                      <a:lnTo>
                        <a:pt x="109231" y="0"/>
                      </a:ln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164527" y="130033"/>
                      </a:lnTo>
                      <a:lnTo>
                        <a:pt x="164527" y="183028"/>
                      </a:lnTo>
                      <a:lnTo>
                        <a:pt x="219090" y="183028"/>
                      </a:lnTo>
                      <a:lnTo>
                        <a:pt x="219090" y="0"/>
                      </a:lnTo>
                      <a:lnTo>
                        <a:pt x="164527" y="0"/>
                      </a:lnTo>
                      <a:lnTo>
                        <a:pt x="164527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" name="자유형: 도형 23">
                  <a:extLst>
                    <a:ext uri="{FF2B5EF4-FFF2-40B4-BE49-F238E27FC236}">
                      <a16:creationId xmlns:a16="http://schemas.microsoft.com/office/drawing/2014/main" id="{703EE611-BDA0-57BF-65C4-C8093BF8D6AD}"/>
                    </a:ext>
                  </a:extLst>
                </p:cNvPr>
                <p:cNvSpPr/>
                <p:nvPr/>
              </p:nvSpPr>
              <p:spPr>
                <a:xfrm>
                  <a:off x="1249141" y="579947"/>
                  <a:ext cx="217417" cy="183028"/>
                </a:xfrm>
                <a:custGeom>
                  <a:avLst/>
                  <a:gdLst>
                    <a:gd name="connsiteX0" fmla="*/ 211460 w 217417"/>
                    <a:gd name="connsiteY0" fmla="*/ 0 h 183028"/>
                    <a:gd name="connsiteX1" fmla="*/ 0 w 217417"/>
                    <a:gd name="connsiteY1" fmla="*/ 0 h 183028"/>
                    <a:gd name="connsiteX2" fmla="*/ 0 w 217417"/>
                    <a:gd name="connsiteY2" fmla="*/ 183028 h 183028"/>
                    <a:gd name="connsiteX3" fmla="*/ 109231 w 217417"/>
                    <a:gd name="connsiteY3" fmla="*/ 183028 h 183028"/>
                    <a:gd name="connsiteX4" fmla="*/ 109231 w 217417"/>
                    <a:gd name="connsiteY4" fmla="*/ 130033 h 183028"/>
                    <a:gd name="connsiteX5" fmla="*/ 217418 w 217417"/>
                    <a:gd name="connsiteY5" fmla="*/ 130033 h 183028"/>
                    <a:gd name="connsiteX6" fmla="*/ 217418 w 217417"/>
                    <a:gd name="connsiteY6" fmla="*/ 0 h 183028"/>
                    <a:gd name="connsiteX7" fmla="*/ 211564 w 217417"/>
                    <a:gd name="connsiteY7" fmla="*/ 0 h 183028"/>
                    <a:gd name="connsiteX8" fmla="*/ 109231 w 217417"/>
                    <a:gd name="connsiteY8" fmla="*/ 86863 h 183028"/>
                    <a:gd name="connsiteX9" fmla="*/ 109231 w 217417"/>
                    <a:gd name="connsiteY9" fmla="*/ 43170 h 183028"/>
                    <a:gd name="connsiteX10" fmla="*/ 162750 w 217417"/>
                    <a:gd name="connsiteY10" fmla="*/ 43170 h 183028"/>
                    <a:gd name="connsiteX11" fmla="*/ 162750 w 217417"/>
                    <a:gd name="connsiteY11" fmla="*/ 86863 h 183028"/>
                    <a:gd name="connsiteX12" fmla="*/ 109231 w 217417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417" h="183028">
                      <a:moveTo>
                        <a:pt x="211460" y="0"/>
                      </a:move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217418" y="130033"/>
                      </a:lnTo>
                      <a:lnTo>
                        <a:pt x="217418" y="0"/>
                      </a:lnTo>
                      <a:lnTo>
                        <a:pt x="211564" y="0"/>
                      </a:lnTo>
                      <a:close/>
                      <a:moveTo>
                        <a:pt x="109231" y="86863"/>
                      </a:moveTo>
                      <a:lnTo>
                        <a:pt x="109231" y="43170"/>
                      </a:lnTo>
                      <a:lnTo>
                        <a:pt x="162750" y="43170"/>
                      </a:lnTo>
                      <a:lnTo>
                        <a:pt x="162750" y="86863"/>
                      </a:lnTo>
                      <a:lnTo>
                        <a:pt x="109231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" name="자유형: 도형 24">
                  <a:extLst>
                    <a:ext uri="{FF2B5EF4-FFF2-40B4-BE49-F238E27FC236}">
                      <a16:creationId xmlns:a16="http://schemas.microsoft.com/office/drawing/2014/main" id="{2CB1E514-5E37-9494-6BE2-2EF0A07F8D5E}"/>
                    </a:ext>
                  </a:extLst>
                </p:cNvPr>
                <p:cNvSpPr/>
                <p:nvPr/>
              </p:nvSpPr>
              <p:spPr>
                <a:xfrm>
                  <a:off x="1592410" y="579947"/>
                  <a:ext cx="36271" cy="36271"/>
                </a:xfrm>
                <a:custGeom>
                  <a:avLst/>
                  <a:gdLst>
                    <a:gd name="connsiteX0" fmla="*/ 0 w 36271"/>
                    <a:gd name="connsiteY0" fmla="*/ 0 h 36271"/>
                    <a:gd name="connsiteX1" fmla="*/ 36271 w 36271"/>
                    <a:gd name="connsiteY1" fmla="*/ 0 h 36271"/>
                    <a:gd name="connsiteX2" fmla="*/ 36271 w 36271"/>
                    <a:gd name="connsiteY2" fmla="*/ 36271 h 36271"/>
                    <a:gd name="connsiteX3" fmla="*/ 0 w 36271"/>
                    <a:gd name="connsiteY3" fmla="*/ 36271 h 36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271" h="36271">
                      <a:moveTo>
                        <a:pt x="0" y="0"/>
                      </a:moveTo>
                      <a:lnTo>
                        <a:pt x="36271" y="0"/>
                      </a:lnTo>
                      <a:lnTo>
                        <a:pt x="36271" y="36271"/>
                      </a:lnTo>
                      <a:lnTo>
                        <a:pt x="0" y="36271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24FD64AE-00D2-7026-0D62-219302BF2EEE}"/>
                  </a:ext>
                </a:extLst>
              </p:cNvPr>
              <p:cNvSpPr/>
              <p:nvPr/>
            </p:nvSpPr>
            <p:spPr>
              <a:xfrm>
                <a:off x="1592410" y="726704"/>
                <a:ext cx="36271" cy="36271"/>
              </a:xfrm>
              <a:custGeom>
                <a:avLst/>
                <a:gdLst>
                  <a:gd name="connsiteX0" fmla="*/ 0 w 36271"/>
                  <a:gd name="connsiteY0" fmla="*/ 0 h 36271"/>
                  <a:gd name="connsiteX1" fmla="*/ 36271 w 36271"/>
                  <a:gd name="connsiteY1" fmla="*/ 0 h 36271"/>
                  <a:gd name="connsiteX2" fmla="*/ 36271 w 36271"/>
                  <a:gd name="connsiteY2" fmla="*/ 36271 h 36271"/>
                  <a:gd name="connsiteX3" fmla="*/ 0 w 36271"/>
                  <a:gd name="connsiteY3" fmla="*/ 36271 h 3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271" h="36271">
                    <a:moveTo>
                      <a:pt x="0" y="0"/>
                    </a:moveTo>
                    <a:lnTo>
                      <a:pt x="36271" y="0"/>
                    </a:lnTo>
                    <a:lnTo>
                      <a:pt x="36271" y="36271"/>
                    </a:lnTo>
                    <a:lnTo>
                      <a:pt x="0" y="36271"/>
                    </a:lnTo>
                    <a:close/>
                  </a:path>
                </a:pathLst>
              </a:custGeom>
              <a:solidFill>
                <a:srgbClr val="F9D071"/>
              </a:solidFill>
              <a:ln w="1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2A48A68-050C-DCFC-DC3E-27675C860B4A}"/>
              </a:ext>
            </a:extLst>
          </p:cNvPr>
          <p:cNvGrpSpPr/>
          <p:nvPr/>
        </p:nvGrpSpPr>
        <p:grpSpPr>
          <a:xfrm>
            <a:off x="8040216" y="3752067"/>
            <a:ext cx="3081182" cy="421124"/>
            <a:chOff x="7983370" y="3727749"/>
            <a:chExt cx="3259110" cy="445442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2581D6D2-7DBD-814D-55B1-C19BC1C71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44272" y="3727749"/>
              <a:ext cx="445442" cy="445442"/>
            </a:xfrm>
            <a:prstGeom prst="rect">
              <a:avLst/>
            </a:prstGeom>
          </p:spPr>
        </p:pic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746DCF5A-8B2E-EA5C-EF95-F916209E9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06942" y="3727749"/>
              <a:ext cx="445442" cy="445442"/>
            </a:xfrm>
            <a:prstGeom prst="rect">
              <a:avLst/>
            </a:prstGeom>
          </p:spPr>
        </p:pic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D827CE9B-2EA0-532A-ECAD-37E2488DA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2964" y="3727749"/>
              <a:ext cx="445442" cy="445442"/>
            </a:xfrm>
            <a:prstGeom prst="rect">
              <a:avLst/>
            </a:prstGeom>
          </p:spPr>
        </p:pic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9A36B542-58D6-7F18-5B2A-EF61400977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30001" y="3727749"/>
              <a:ext cx="445442" cy="445442"/>
            </a:xfrm>
            <a:prstGeom prst="rect">
              <a:avLst/>
            </a:prstGeom>
          </p:spPr>
        </p:pic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7E952064-28B1-1389-8424-8125052CE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97038" y="3727749"/>
              <a:ext cx="445442" cy="445442"/>
            </a:xfrm>
            <a:prstGeom prst="rect">
              <a:avLst/>
            </a:prstGeom>
          </p:spPr>
        </p:pic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D86DC511-285E-9CBC-F10A-475634009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3370" y="3727749"/>
              <a:ext cx="445442" cy="445442"/>
            </a:xfrm>
            <a:prstGeom prst="rect">
              <a:avLst/>
            </a:prstGeom>
          </p:spPr>
        </p:pic>
      </p:grpSp>
      <p:pic>
        <p:nvPicPr>
          <p:cNvPr id="37" name="그래픽 36">
            <a:extLst>
              <a:ext uri="{FF2B5EF4-FFF2-40B4-BE49-F238E27FC236}">
                <a16:creationId xmlns:a16="http://schemas.microsoft.com/office/drawing/2014/main" id="{8E4D468F-F12F-0FA2-3A21-4E26FEAAFE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0216" y="3749006"/>
            <a:ext cx="425738" cy="42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5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12B47-F0DC-1B6A-A18B-063ED5B82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B89A85AD-E8A1-ED5C-6A10-3F4E7F30C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360" y="251879"/>
            <a:ext cx="11521280" cy="63542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DAC540-B006-3E5C-CD0B-30BFC86C50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463" y="336208"/>
            <a:ext cx="1706137" cy="174988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0B094D33-B78F-7A2B-4FDC-E2B41827C60C}"/>
              </a:ext>
            </a:extLst>
          </p:cNvPr>
          <p:cNvGrpSpPr/>
          <p:nvPr/>
        </p:nvGrpSpPr>
        <p:grpSpPr>
          <a:xfrm>
            <a:off x="9048328" y="5877272"/>
            <a:ext cx="2374304" cy="328066"/>
            <a:chOff x="8040216" y="3749006"/>
            <a:chExt cx="3081182" cy="42573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15C2B43-D7F5-87D8-84B8-6DE559112E9E}"/>
                </a:ext>
              </a:extLst>
            </p:cNvPr>
            <p:cNvGrpSpPr/>
            <p:nvPr/>
          </p:nvGrpSpPr>
          <p:grpSpPr>
            <a:xfrm>
              <a:off x="8040216" y="3752067"/>
              <a:ext cx="3081182" cy="421124"/>
              <a:chOff x="7983370" y="3727749"/>
              <a:chExt cx="3259110" cy="445442"/>
            </a:xfrm>
          </p:grpSpPr>
          <p:pic>
            <p:nvPicPr>
              <p:cNvPr id="15" name="그래픽 14">
                <a:extLst>
                  <a:ext uri="{FF2B5EF4-FFF2-40B4-BE49-F238E27FC236}">
                    <a16:creationId xmlns:a16="http://schemas.microsoft.com/office/drawing/2014/main" id="{893E2AEC-C50D-77D8-120E-DEF8B52EAB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54427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6" name="그래픽 15">
                <a:extLst>
                  <a:ext uri="{FF2B5EF4-FFF2-40B4-BE49-F238E27FC236}">
                    <a16:creationId xmlns:a16="http://schemas.microsoft.com/office/drawing/2014/main" id="{A80079DE-FB03-74BF-FF01-0D631AD21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10694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7" name="그래픽 16">
                <a:extLst>
                  <a:ext uri="{FF2B5EF4-FFF2-40B4-BE49-F238E27FC236}">
                    <a16:creationId xmlns:a16="http://schemas.microsoft.com/office/drawing/2014/main" id="{5319B94A-3147-60C3-57E6-A8B6DBE75E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662964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8" name="그래픽 17">
                <a:extLst>
                  <a:ext uri="{FF2B5EF4-FFF2-40B4-BE49-F238E27FC236}">
                    <a16:creationId xmlns:a16="http://schemas.microsoft.com/office/drawing/2014/main" id="{078A47C0-7DCA-9530-0674-0921E87FB5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230001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8CA387FD-BDE6-8902-967C-B894653FC9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797038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AF61D38B-0E52-B303-57D5-5F6C2DE110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83370" y="3727749"/>
                <a:ext cx="445442" cy="445442"/>
              </a:xfrm>
              <a:prstGeom prst="rect">
                <a:avLst/>
              </a:prstGeom>
            </p:spPr>
          </p:pic>
        </p:grp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9D55AB7E-8F9B-EF1F-8793-576D28E18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040216" y="3749006"/>
              <a:ext cx="425738" cy="425738"/>
            </a:xfrm>
            <a:prstGeom prst="rect">
              <a:avLst/>
            </a:prstGeom>
          </p:spPr>
        </p:pic>
      </p:grpSp>
      <p:pic>
        <p:nvPicPr>
          <p:cNvPr id="23" name="Picture 7">
            <a:extLst>
              <a:ext uri="{FF2B5EF4-FFF2-40B4-BE49-F238E27FC236}">
                <a16:creationId xmlns:a16="http://schemas.microsoft.com/office/drawing/2014/main" id="{BF365DC6-6354-E87C-0AD0-D159662CFA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583358" y="4221088"/>
            <a:ext cx="2232248" cy="213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AF96A7D0-72C9-05EE-11E9-5EDDE25BBFB9}"/>
              </a:ext>
            </a:extLst>
          </p:cNvPr>
          <p:cNvGrpSpPr/>
          <p:nvPr/>
        </p:nvGrpSpPr>
        <p:grpSpPr>
          <a:xfrm>
            <a:off x="691370" y="620600"/>
            <a:ext cx="4248472" cy="529990"/>
            <a:chOff x="691370" y="620600"/>
            <a:chExt cx="4248472" cy="529990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F7009DF7-CD36-24D5-5A34-B85AF49F0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91370" y="620600"/>
              <a:ext cx="4248472" cy="52999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DDE78A4-A5C3-46CF-2801-6566E0A15D47}"/>
                </a:ext>
              </a:extLst>
            </p:cNvPr>
            <p:cNvSpPr txBox="1"/>
            <p:nvPr/>
          </p:nvSpPr>
          <p:spPr>
            <a:xfrm>
              <a:off x="911424" y="640074"/>
              <a:ext cx="3348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1. </a:t>
              </a:r>
              <a:r>
                <a:rPr lang="en-US" altLang="ko-KR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PokeTodo</a:t>
              </a:r>
              <a:r>
                <a:rPr lang="en-US" altLang="ko-KR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ko-KR" altLang="en-US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만들게 된 계기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2EA51AF-29C5-A37D-30BD-E54A0CA09C72}"/>
              </a:ext>
            </a:extLst>
          </p:cNvPr>
          <p:cNvGrpSpPr/>
          <p:nvPr/>
        </p:nvGrpSpPr>
        <p:grpSpPr>
          <a:xfrm>
            <a:off x="2867624" y="4436589"/>
            <a:ext cx="6128685" cy="2023829"/>
            <a:chOff x="1323975" y="2514688"/>
            <a:chExt cx="9543573" cy="1824362"/>
          </a:xfrm>
        </p:grpSpPr>
        <p:sp>
          <p:nvSpPr>
            <p:cNvPr id="3" name="자유형: 도형 2">
              <a:extLst>
                <a:ext uri="{FF2B5EF4-FFF2-40B4-BE49-F238E27FC236}">
                  <a16:creationId xmlns:a16="http://schemas.microsoft.com/office/drawing/2014/main" id="{67746038-0BCA-ACAF-922D-ADC2B6BE0B4D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" name="자유형: 도형 3">
              <a:extLst>
                <a:ext uri="{FF2B5EF4-FFF2-40B4-BE49-F238E27FC236}">
                  <a16:creationId xmlns:a16="http://schemas.microsoft.com/office/drawing/2014/main" id="{74BA70CC-90B0-72B7-308F-1A1097E9E4CF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0F645F3-ED4E-88FA-1D79-E5FCFFF065E8}"/>
              </a:ext>
            </a:extLst>
          </p:cNvPr>
          <p:cNvSpPr txBox="1"/>
          <p:nvPr/>
        </p:nvSpPr>
        <p:spPr>
          <a:xfrm>
            <a:off x="3060077" y="4767184"/>
            <a:ext cx="55459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객체지향의 특징을 잘 살린 프로그램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…?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게임소프트웨어학과니까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5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사람들이 필요로 할법한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!</a:t>
            </a:r>
          </a:p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  +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실용성이 있는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!</a:t>
            </a:r>
          </a:p>
          <a:p>
            <a:endParaRPr lang="ko-KR" alt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83612C0-AF33-CCA3-C9F2-84EBDCB14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1348725"/>
            <a:ext cx="3708349" cy="283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894DECA-41CA-7881-25D7-79396E09C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228" y="859955"/>
            <a:ext cx="3374504" cy="3374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8502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6E0D0-F757-6879-334E-CD4EE844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1FE8FCBF-F828-56BB-456D-BAAEE436D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360" y="251879"/>
            <a:ext cx="11521280" cy="635424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C2636E5-416B-4D22-498A-AE512E5352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463" y="336208"/>
            <a:ext cx="1706137" cy="1749885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F51D1FAF-ACCB-D2D6-35EB-2FC79E3E3C2B}"/>
              </a:ext>
            </a:extLst>
          </p:cNvPr>
          <p:cNvGrpSpPr/>
          <p:nvPr/>
        </p:nvGrpSpPr>
        <p:grpSpPr>
          <a:xfrm>
            <a:off x="9048328" y="5877272"/>
            <a:ext cx="2374304" cy="328066"/>
            <a:chOff x="8040216" y="3749006"/>
            <a:chExt cx="3081182" cy="42573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69426C4-03BE-3AE5-C852-B1A84734B8E1}"/>
                </a:ext>
              </a:extLst>
            </p:cNvPr>
            <p:cNvGrpSpPr/>
            <p:nvPr/>
          </p:nvGrpSpPr>
          <p:grpSpPr>
            <a:xfrm>
              <a:off x="8040216" y="3752067"/>
              <a:ext cx="3081182" cy="421124"/>
              <a:chOff x="7983370" y="3727749"/>
              <a:chExt cx="3259110" cy="445442"/>
            </a:xfrm>
          </p:grpSpPr>
          <p:pic>
            <p:nvPicPr>
              <p:cNvPr id="15" name="그래픽 14">
                <a:extLst>
                  <a:ext uri="{FF2B5EF4-FFF2-40B4-BE49-F238E27FC236}">
                    <a16:creationId xmlns:a16="http://schemas.microsoft.com/office/drawing/2014/main" id="{4A8B9952-11A8-1D2F-2D6D-06ACE2A5CA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54427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6" name="그래픽 15">
                <a:extLst>
                  <a:ext uri="{FF2B5EF4-FFF2-40B4-BE49-F238E27FC236}">
                    <a16:creationId xmlns:a16="http://schemas.microsoft.com/office/drawing/2014/main" id="{A5A33D03-FF82-01F8-1C0D-15EBC9CD5D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10694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7" name="그래픽 16">
                <a:extLst>
                  <a:ext uri="{FF2B5EF4-FFF2-40B4-BE49-F238E27FC236}">
                    <a16:creationId xmlns:a16="http://schemas.microsoft.com/office/drawing/2014/main" id="{E13C16AB-8A8F-5B35-6E3A-37A012C433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662964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8" name="그래픽 17">
                <a:extLst>
                  <a:ext uri="{FF2B5EF4-FFF2-40B4-BE49-F238E27FC236}">
                    <a16:creationId xmlns:a16="http://schemas.microsoft.com/office/drawing/2014/main" id="{F80D9AF9-C289-B890-CE96-ED709C450A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230001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85FC5B62-642A-A5C9-7B2F-0B93D72C11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797038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8649F128-E835-85FB-5994-DFADEF334A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983370" y="3727749"/>
                <a:ext cx="445442" cy="445442"/>
              </a:xfrm>
              <a:prstGeom prst="rect">
                <a:avLst/>
              </a:prstGeom>
            </p:spPr>
          </p:pic>
        </p:grp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2C3B42B0-19E5-0C1F-86A6-C7E7876D8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040216" y="3749006"/>
              <a:ext cx="425738" cy="425738"/>
            </a:xfrm>
            <a:prstGeom prst="rect">
              <a:avLst/>
            </a:prstGeom>
          </p:spPr>
        </p:pic>
      </p:grpSp>
      <p:pic>
        <p:nvPicPr>
          <p:cNvPr id="23" name="Picture 7">
            <a:extLst>
              <a:ext uri="{FF2B5EF4-FFF2-40B4-BE49-F238E27FC236}">
                <a16:creationId xmlns:a16="http://schemas.microsoft.com/office/drawing/2014/main" id="{E73D99DD-4B23-F5E8-6299-99398D5867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583358" y="4221088"/>
            <a:ext cx="2232248" cy="213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55C0368D-DA07-591C-5B32-549AEB1DC4A6}"/>
              </a:ext>
            </a:extLst>
          </p:cNvPr>
          <p:cNvGrpSpPr/>
          <p:nvPr/>
        </p:nvGrpSpPr>
        <p:grpSpPr>
          <a:xfrm>
            <a:off x="691370" y="620600"/>
            <a:ext cx="4248472" cy="529990"/>
            <a:chOff x="691370" y="620600"/>
            <a:chExt cx="4248472" cy="529990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0EAE612E-E36D-4A1C-7FD7-1DAEBF044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91370" y="620600"/>
              <a:ext cx="4248472" cy="52999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97CA9F3-C75A-B6D6-F120-8298D36C7282}"/>
                </a:ext>
              </a:extLst>
            </p:cNvPr>
            <p:cNvSpPr txBox="1"/>
            <p:nvPr/>
          </p:nvSpPr>
          <p:spPr>
            <a:xfrm>
              <a:off x="911424" y="640074"/>
              <a:ext cx="273504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1. </a:t>
              </a:r>
              <a:r>
                <a:rPr lang="en-US" altLang="ko-KR" sz="22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PokeTodo</a:t>
              </a:r>
              <a:r>
                <a:rPr lang="en-US" altLang="ko-KR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ko-KR" altLang="en-US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시연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0F4677-7F2F-2112-275B-2FBB23A17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970" y="1268760"/>
            <a:ext cx="4914350" cy="4857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6987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그룹 70">
            <a:extLst>
              <a:ext uri="{FF2B5EF4-FFF2-40B4-BE49-F238E27FC236}">
                <a16:creationId xmlns:a16="http://schemas.microsoft.com/office/drawing/2014/main" id="{F3A3C656-394B-87EB-B165-98E06F2F291C}"/>
              </a:ext>
            </a:extLst>
          </p:cNvPr>
          <p:cNvGrpSpPr/>
          <p:nvPr/>
        </p:nvGrpSpPr>
        <p:grpSpPr>
          <a:xfrm>
            <a:off x="516525" y="474715"/>
            <a:ext cx="4422193" cy="683393"/>
            <a:chOff x="516525" y="524064"/>
            <a:chExt cx="4422193" cy="68339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BB0E23C-09A9-A412-9012-1FB6E8B87702}"/>
                </a:ext>
              </a:extLst>
            </p:cNvPr>
            <p:cNvSpPr/>
            <p:nvPr/>
          </p:nvSpPr>
          <p:spPr>
            <a:xfrm>
              <a:off x="1789642" y="604179"/>
              <a:ext cx="2722182" cy="127974"/>
            </a:xfrm>
            <a:prstGeom prst="rect">
              <a:avLst/>
            </a:prstGeom>
            <a:solidFill>
              <a:srgbClr val="01A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A99FE8C8-63A3-D03D-88C1-0C85C98CFC69}"/>
                </a:ext>
              </a:extLst>
            </p:cNvPr>
            <p:cNvGrpSpPr/>
            <p:nvPr/>
          </p:nvGrpSpPr>
          <p:grpSpPr>
            <a:xfrm>
              <a:off x="516525" y="524064"/>
              <a:ext cx="4422193" cy="683393"/>
              <a:chOff x="4186237" y="3133725"/>
              <a:chExt cx="3816096" cy="588073"/>
            </a:xfrm>
            <a:solidFill>
              <a:schemeClr val="tx1"/>
            </a:solidFill>
          </p:grpSpPr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8314AB41-1F75-EE62-21E9-5859F2769C92}"/>
                  </a:ext>
                </a:extLst>
              </p:cNvPr>
              <p:cNvSpPr/>
              <p:nvPr/>
            </p:nvSpPr>
            <p:spPr>
              <a:xfrm>
                <a:off x="4186237" y="3133725"/>
                <a:ext cx="3816096" cy="588073"/>
              </a:xfrm>
              <a:custGeom>
                <a:avLst/>
                <a:gdLst>
                  <a:gd name="connsiteX0" fmla="*/ 3703891 w 3816096"/>
                  <a:gd name="connsiteY0" fmla="*/ 539020 h 588073"/>
                  <a:gd name="connsiteX1" fmla="*/ 3703891 w 3816096"/>
                  <a:gd name="connsiteY1" fmla="*/ 478060 h 588073"/>
                  <a:gd name="connsiteX2" fmla="*/ 3611404 w 3816096"/>
                  <a:gd name="connsiteY2" fmla="*/ 478060 h 588073"/>
                  <a:gd name="connsiteX3" fmla="*/ 3611404 w 3816096"/>
                  <a:gd name="connsiteY3" fmla="*/ 440246 h 588073"/>
                  <a:gd name="connsiteX4" fmla="*/ 3518821 w 3816096"/>
                  <a:gd name="connsiteY4" fmla="*/ 440246 h 588073"/>
                  <a:gd name="connsiteX5" fmla="*/ 3518821 w 3816096"/>
                  <a:gd name="connsiteY5" fmla="*/ 405670 h 588073"/>
                  <a:gd name="connsiteX6" fmla="*/ 3426238 w 3816096"/>
                  <a:gd name="connsiteY6" fmla="*/ 405670 h 588073"/>
                  <a:gd name="connsiteX7" fmla="*/ 3426238 w 3816096"/>
                  <a:gd name="connsiteY7" fmla="*/ 539020 h 588073"/>
                  <a:gd name="connsiteX8" fmla="*/ 310420 w 3816096"/>
                  <a:gd name="connsiteY8" fmla="*/ 539020 h 588073"/>
                  <a:gd name="connsiteX9" fmla="*/ 310420 w 3816096"/>
                  <a:gd name="connsiteY9" fmla="*/ 511874 h 588073"/>
                  <a:gd name="connsiteX10" fmla="*/ 270605 w 3816096"/>
                  <a:gd name="connsiteY10" fmla="*/ 511874 h 588073"/>
                  <a:gd name="connsiteX11" fmla="*/ 270605 w 3816096"/>
                  <a:gd name="connsiteY11" fmla="*/ 475869 h 588073"/>
                  <a:gd name="connsiteX12" fmla="*/ 230791 w 3816096"/>
                  <a:gd name="connsiteY12" fmla="*/ 475869 h 588073"/>
                  <a:gd name="connsiteX13" fmla="*/ 230791 w 3816096"/>
                  <a:gd name="connsiteY13" fmla="*/ 439865 h 588073"/>
                  <a:gd name="connsiteX14" fmla="*/ 198977 w 3816096"/>
                  <a:gd name="connsiteY14" fmla="*/ 439865 h 588073"/>
                  <a:gd name="connsiteX15" fmla="*/ 198977 w 3816096"/>
                  <a:gd name="connsiteY15" fmla="*/ 0 h 588073"/>
                  <a:gd name="connsiteX16" fmla="*/ 0 w 3816096"/>
                  <a:gd name="connsiteY16" fmla="*/ 0 h 588073"/>
                  <a:gd name="connsiteX17" fmla="*/ 0 w 3816096"/>
                  <a:gd name="connsiteY17" fmla="*/ 511874 h 588073"/>
                  <a:gd name="connsiteX18" fmla="*/ 31814 w 3816096"/>
                  <a:gd name="connsiteY18" fmla="*/ 511874 h 588073"/>
                  <a:gd name="connsiteX19" fmla="*/ 31814 w 3816096"/>
                  <a:gd name="connsiteY19" fmla="*/ 551974 h 588073"/>
                  <a:gd name="connsiteX20" fmla="*/ 71628 w 3816096"/>
                  <a:gd name="connsiteY20" fmla="*/ 551974 h 588073"/>
                  <a:gd name="connsiteX21" fmla="*/ 71628 w 3816096"/>
                  <a:gd name="connsiteY21" fmla="*/ 588074 h 588073"/>
                  <a:gd name="connsiteX22" fmla="*/ 255842 w 3816096"/>
                  <a:gd name="connsiteY22" fmla="*/ 588074 h 588073"/>
                  <a:gd name="connsiteX23" fmla="*/ 270605 w 3816096"/>
                  <a:gd name="connsiteY23" fmla="*/ 588074 h 588073"/>
                  <a:gd name="connsiteX24" fmla="*/ 3426238 w 3816096"/>
                  <a:gd name="connsiteY24" fmla="*/ 588074 h 588073"/>
                  <a:gd name="connsiteX25" fmla="*/ 3518821 w 3816096"/>
                  <a:gd name="connsiteY25" fmla="*/ 588074 h 588073"/>
                  <a:gd name="connsiteX26" fmla="*/ 3611404 w 3816096"/>
                  <a:gd name="connsiteY26" fmla="*/ 588074 h 588073"/>
                  <a:gd name="connsiteX27" fmla="*/ 3703891 w 3816096"/>
                  <a:gd name="connsiteY27" fmla="*/ 588074 h 588073"/>
                  <a:gd name="connsiteX28" fmla="*/ 3816096 w 3816096"/>
                  <a:gd name="connsiteY28" fmla="*/ 588074 h 588073"/>
                  <a:gd name="connsiteX29" fmla="*/ 3816096 w 3816096"/>
                  <a:gd name="connsiteY29" fmla="*/ 539020 h 588073"/>
                  <a:gd name="connsiteX30" fmla="*/ 3703891 w 3816096"/>
                  <a:gd name="connsiteY30" fmla="*/ 539020 h 58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816096" h="588073">
                    <a:moveTo>
                      <a:pt x="3703891" y="539020"/>
                    </a:moveTo>
                    <a:lnTo>
                      <a:pt x="3703891" y="478060"/>
                    </a:lnTo>
                    <a:lnTo>
                      <a:pt x="3611404" y="478060"/>
                    </a:lnTo>
                    <a:lnTo>
                      <a:pt x="3611404" y="440246"/>
                    </a:lnTo>
                    <a:lnTo>
                      <a:pt x="3518821" y="440246"/>
                    </a:lnTo>
                    <a:lnTo>
                      <a:pt x="3518821" y="405670"/>
                    </a:lnTo>
                    <a:lnTo>
                      <a:pt x="3426238" y="405670"/>
                    </a:lnTo>
                    <a:lnTo>
                      <a:pt x="3426238" y="539020"/>
                    </a:lnTo>
                    <a:lnTo>
                      <a:pt x="310420" y="539020"/>
                    </a:lnTo>
                    <a:lnTo>
                      <a:pt x="310420" y="511874"/>
                    </a:lnTo>
                    <a:lnTo>
                      <a:pt x="270605" y="511874"/>
                    </a:lnTo>
                    <a:lnTo>
                      <a:pt x="270605" y="475869"/>
                    </a:lnTo>
                    <a:lnTo>
                      <a:pt x="230791" y="475869"/>
                    </a:lnTo>
                    <a:lnTo>
                      <a:pt x="230791" y="439865"/>
                    </a:lnTo>
                    <a:lnTo>
                      <a:pt x="198977" y="439865"/>
                    </a:lnTo>
                    <a:lnTo>
                      <a:pt x="198977" y="0"/>
                    </a:lnTo>
                    <a:lnTo>
                      <a:pt x="0" y="0"/>
                    </a:lnTo>
                    <a:lnTo>
                      <a:pt x="0" y="511874"/>
                    </a:lnTo>
                    <a:lnTo>
                      <a:pt x="31814" y="511874"/>
                    </a:lnTo>
                    <a:lnTo>
                      <a:pt x="31814" y="551974"/>
                    </a:lnTo>
                    <a:lnTo>
                      <a:pt x="71628" y="551974"/>
                    </a:lnTo>
                    <a:lnTo>
                      <a:pt x="71628" y="588074"/>
                    </a:lnTo>
                    <a:lnTo>
                      <a:pt x="255842" y="588074"/>
                    </a:lnTo>
                    <a:lnTo>
                      <a:pt x="270605" y="588074"/>
                    </a:lnTo>
                    <a:lnTo>
                      <a:pt x="3426238" y="588074"/>
                    </a:lnTo>
                    <a:lnTo>
                      <a:pt x="3518821" y="588074"/>
                    </a:lnTo>
                    <a:lnTo>
                      <a:pt x="3611404" y="588074"/>
                    </a:lnTo>
                    <a:lnTo>
                      <a:pt x="3703891" y="588074"/>
                    </a:lnTo>
                    <a:lnTo>
                      <a:pt x="3816096" y="588074"/>
                    </a:lnTo>
                    <a:lnTo>
                      <a:pt x="3816096" y="539020"/>
                    </a:lnTo>
                    <a:lnTo>
                      <a:pt x="3703891" y="5390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1349F5D4-79CB-B178-84F9-AE787BB6E3C0}"/>
                  </a:ext>
                </a:extLst>
              </p:cNvPr>
              <p:cNvSpPr/>
              <p:nvPr/>
            </p:nvSpPr>
            <p:spPr>
              <a:xfrm>
                <a:off x="4521898" y="3133725"/>
                <a:ext cx="3321938" cy="259365"/>
              </a:xfrm>
              <a:custGeom>
                <a:avLst/>
                <a:gdLst>
                  <a:gd name="connsiteX0" fmla="*/ 724472 w 3321938"/>
                  <a:gd name="connsiteY0" fmla="*/ 259366 h 259365"/>
                  <a:gd name="connsiteX1" fmla="*/ 3092196 w 3321938"/>
                  <a:gd name="connsiteY1" fmla="*/ 259366 h 259365"/>
                  <a:gd name="connsiteX2" fmla="*/ 3286220 w 3321938"/>
                  <a:gd name="connsiteY2" fmla="*/ 259366 h 259365"/>
                  <a:gd name="connsiteX3" fmla="*/ 3321939 w 3321938"/>
                  <a:gd name="connsiteY3" fmla="*/ 259366 h 259365"/>
                  <a:gd name="connsiteX4" fmla="*/ 3321939 w 3321938"/>
                  <a:gd name="connsiteY4" fmla="*/ 0 h 259365"/>
                  <a:gd name="connsiteX5" fmla="*/ 3092196 w 3321938"/>
                  <a:gd name="connsiteY5" fmla="*/ 0 h 259365"/>
                  <a:gd name="connsiteX6" fmla="*/ 3092196 w 3321938"/>
                  <a:gd name="connsiteY6" fmla="*/ 221075 h 259365"/>
                  <a:gd name="connsiteX7" fmla="*/ 776573 w 3321938"/>
                  <a:gd name="connsiteY7" fmla="*/ 221075 h 259365"/>
                  <a:gd name="connsiteX8" fmla="*/ 776573 w 3321938"/>
                  <a:gd name="connsiteY8" fmla="*/ 3429 h 259365"/>
                  <a:gd name="connsiteX9" fmla="*/ 0 w 3321938"/>
                  <a:gd name="connsiteY9" fmla="*/ 3429 h 259365"/>
                  <a:gd name="connsiteX10" fmla="*/ 0 w 3321938"/>
                  <a:gd name="connsiteY10" fmla="*/ 259366 h 259365"/>
                  <a:gd name="connsiteX11" fmla="*/ 724472 w 3321938"/>
                  <a:gd name="connsiteY11" fmla="*/ 259366 h 259365"/>
                  <a:gd name="connsiteX12" fmla="*/ 724472 w 3321938"/>
                  <a:gd name="connsiteY12" fmla="*/ 259366 h 25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21938" h="259365">
                    <a:moveTo>
                      <a:pt x="724472" y="259366"/>
                    </a:moveTo>
                    <a:lnTo>
                      <a:pt x="3092196" y="259366"/>
                    </a:lnTo>
                    <a:lnTo>
                      <a:pt x="3286220" y="259366"/>
                    </a:lnTo>
                    <a:lnTo>
                      <a:pt x="3321939" y="259366"/>
                    </a:lnTo>
                    <a:lnTo>
                      <a:pt x="3321939" y="0"/>
                    </a:lnTo>
                    <a:lnTo>
                      <a:pt x="3092196" y="0"/>
                    </a:lnTo>
                    <a:lnTo>
                      <a:pt x="3092196" y="221075"/>
                    </a:lnTo>
                    <a:lnTo>
                      <a:pt x="776573" y="221075"/>
                    </a:lnTo>
                    <a:lnTo>
                      <a:pt x="776573" y="3429"/>
                    </a:lnTo>
                    <a:lnTo>
                      <a:pt x="0" y="3429"/>
                    </a:lnTo>
                    <a:lnTo>
                      <a:pt x="0" y="259366"/>
                    </a:lnTo>
                    <a:lnTo>
                      <a:pt x="724472" y="259366"/>
                    </a:lnTo>
                    <a:lnTo>
                      <a:pt x="724472" y="2593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75E8F17B-B07C-3391-17CF-AD59B7A039BB}"/>
                </a:ext>
              </a:extLst>
            </p:cNvPr>
            <p:cNvGrpSpPr/>
            <p:nvPr/>
          </p:nvGrpSpPr>
          <p:grpSpPr>
            <a:xfrm>
              <a:off x="983432" y="579947"/>
              <a:ext cx="645249" cy="183028"/>
              <a:chOff x="983432" y="579947"/>
              <a:chExt cx="645249" cy="183028"/>
            </a:xfrm>
          </p:grpSpPr>
          <p:grpSp>
            <p:nvGrpSpPr>
              <p:cNvPr id="75" name="그래픽 17">
                <a:extLst>
                  <a:ext uri="{FF2B5EF4-FFF2-40B4-BE49-F238E27FC236}">
                    <a16:creationId xmlns:a16="http://schemas.microsoft.com/office/drawing/2014/main" id="{605AFEDC-9793-58C2-8C31-970E7C29E50B}"/>
                  </a:ext>
                </a:extLst>
              </p:cNvPr>
              <p:cNvGrpSpPr/>
              <p:nvPr/>
            </p:nvGrpSpPr>
            <p:grpSpPr>
              <a:xfrm>
                <a:off x="983432" y="579947"/>
                <a:ext cx="645249" cy="183028"/>
                <a:chOff x="983432" y="579947"/>
                <a:chExt cx="645249" cy="183028"/>
              </a:xfrm>
              <a:solidFill>
                <a:srgbClr val="F9D071"/>
              </a:solidFill>
            </p:grpSpPr>
            <p:sp>
              <p:nvSpPr>
                <p:cNvPr id="77" name="자유형: 도형 76">
                  <a:extLst>
                    <a:ext uri="{FF2B5EF4-FFF2-40B4-BE49-F238E27FC236}">
                      <a16:creationId xmlns:a16="http://schemas.microsoft.com/office/drawing/2014/main" id="{062B4D4D-4F4F-8DC5-9770-B6728729983C}"/>
                    </a:ext>
                  </a:extLst>
                </p:cNvPr>
                <p:cNvSpPr/>
                <p:nvPr/>
              </p:nvSpPr>
              <p:spPr>
                <a:xfrm>
                  <a:off x="983432" y="579947"/>
                  <a:ext cx="219090" cy="183028"/>
                </a:xfrm>
                <a:custGeom>
                  <a:avLst/>
                  <a:gdLst>
                    <a:gd name="connsiteX0" fmla="*/ 164527 w 219090"/>
                    <a:gd name="connsiteY0" fmla="*/ 86863 h 183028"/>
                    <a:gd name="connsiteX1" fmla="*/ 109231 w 219090"/>
                    <a:gd name="connsiteY1" fmla="*/ 86863 h 183028"/>
                    <a:gd name="connsiteX2" fmla="*/ 109231 w 219090"/>
                    <a:gd name="connsiteY2" fmla="*/ 0 h 183028"/>
                    <a:gd name="connsiteX3" fmla="*/ 0 w 219090"/>
                    <a:gd name="connsiteY3" fmla="*/ 0 h 183028"/>
                    <a:gd name="connsiteX4" fmla="*/ 0 w 219090"/>
                    <a:gd name="connsiteY4" fmla="*/ 183028 h 183028"/>
                    <a:gd name="connsiteX5" fmla="*/ 109231 w 219090"/>
                    <a:gd name="connsiteY5" fmla="*/ 183028 h 183028"/>
                    <a:gd name="connsiteX6" fmla="*/ 109231 w 219090"/>
                    <a:gd name="connsiteY6" fmla="*/ 130033 h 183028"/>
                    <a:gd name="connsiteX7" fmla="*/ 164527 w 219090"/>
                    <a:gd name="connsiteY7" fmla="*/ 130033 h 183028"/>
                    <a:gd name="connsiteX8" fmla="*/ 164527 w 219090"/>
                    <a:gd name="connsiteY8" fmla="*/ 183028 h 183028"/>
                    <a:gd name="connsiteX9" fmla="*/ 219090 w 219090"/>
                    <a:gd name="connsiteY9" fmla="*/ 183028 h 183028"/>
                    <a:gd name="connsiteX10" fmla="*/ 219090 w 219090"/>
                    <a:gd name="connsiteY10" fmla="*/ 0 h 183028"/>
                    <a:gd name="connsiteX11" fmla="*/ 164527 w 219090"/>
                    <a:gd name="connsiteY11" fmla="*/ 0 h 183028"/>
                    <a:gd name="connsiteX12" fmla="*/ 164527 w 219090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9090" h="183028">
                      <a:moveTo>
                        <a:pt x="164527" y="86863"/>
                      </a:moveTo>
                      <a:lnTo>
                        <a:pt x="109231" y="86863"/>
                      </a:lnTo>
                      <a:lnTo>
                        <a:pt x="109231" y="0"/>
                      </a:ln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164527" y="130033"/>
                      </a:lnTo>
                      <a:lnTo>
                        <a:pt x="164527" y="183028"/>
                      </a:lnTo>
                      <a:lnTo>
                        <a:pt x="219090" y="183028"/>
                      </a:lnTo>
                      <a:lnTo>
                        <a:pt x="219090" y="0"/>
                      </a:lnTo>
                      <a:lnTo>
                        <a:pt x="164527" y="0"/>
                      </a:lnTo>
                      <a:lnTo>
                        <a:pt x="164527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8" name="자유형: 도형 77">
                  <a:extLst>
                    <a:ext uri="{FF2B5EF4-FFF2-40B4-BE49-F238E27FC236}">
                      <a16:creationId xmlns:a16="http://schemas.microsoft.com/office/drawing/2014/main" id="{D13A7A99-A39E-7179-E61D-FB087108F5C6}"/>
                    </a:ext>
                  </a:extLst>
                </p:cNvPr>
                <p:cNvSpPr/>
                <p:nvPr/>
              </p:nvSpPr>
              <p:spPr>
                <a:xfrm>
                  <a:off x="1249141" y="579947"/>
                  <a:ext cx="217417" cy="183028"/>
                </a:xfrm>
                <a:custGeom>
                  <a:avLst/>
                  <a:gdLst>
                    <a:gd name="connsiteX0" fmla="*/ 211460 w 217417"/>
                    <a:gd name="connsiteY0" fmla="*/ 0 h 183028"/>
                    <a:gd name="connsiteX1" fmla="*/ 0 w 217417"/>
                    <a:gd name="connsiteY1" fmla="*/ 0 h 183028"/>
                    <a:gd name="connsiteX2" fmla="*/ 0 w 217417"/>
                    <a:gd name="connsiteY2" fmla="*/ 183028 h 183028"/>
                    <a:gd name="connsiteX3" fmla="*/ 109231 w 217417"/>
                    <a:gd name="connsiteY3" fmla="*/ 183028 h 183028"/>
                    <a:gd name="connsiteX4" fmla="*/ 109231 w 217417"/>
                    <a:gd name="connsiteY4" fmla="*/ 130033 h 183028"/>
                    <a:gd name="connsiteX5" fmla="*/ 217418 w 217417"/>
                    <a:gd name="connsiteY5" fmla="*/ 130033 h 183028"/>
                    <a:gd name="connsiteX6" fmla="*/ 217418 w 217417"/>
                    <a:gd name="connsiteY6" fmla="*/ 0 h 183028"/>
                    <a:gd name="connsiteX7" fmla="*/ 211564 w 217417"/>
                    <a:gd name="connsiteY7" fmla="*/ 0 h 183028"/>
                    <a:gd name="connsiteX8" fmla="*/ 109231 w 217417"/>
                    <a:gd name="connsiteY8" fmla="*/ 86863 h 183028"/>
                    <a:gd name="connsiteX9" fmla="*/ 109231 w 217417"/>
                    <a:gd name="connsiteY9" fmla="*/ 43170 h 183028"/>
                    <a:gd name="connsiteX10" fmla="*/ 162750 w 217417"/>
                    <a:gd name="connsiteY10" fmla="*/ 43170 h 183028"/>
                    <a:gd name="connsiteX11" fmla="*/ 162750 w 217417"/>
                    <a:gd name="connsiteY11" fmla="*/ 86863 h 183028"/>
                    <a:gd name="connsiteX12" fmla="*/ 109231 w 217417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417" h="183028">
                      <a:moveTo>
                        <a:pt x="211460" y="0"/>
                      </a:move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217418" y="130033"/>
                      </a:lnTo>
                      <a:lnTo>
                        <a:pt x="217418" y="0"/>
                      </a:lnTo>
                      <a:lnTo>
                        <a:pt x="211564" y="0"/>
                      </a:lnTo>
                      <a:close/>
                      <a:moveTo>
                        <a:pt x="109231" y="86863"/>
                      </a:moveTo>
                      <a:lnTo>
                        <a:pt x="109231" y="43170"/>
                      </a:lnTo>
                      <a:lnTo>
                        <a:pt x="162750" y="43170"/>
                      </a:lnTo>
                      <a:lnTo>
                        <a:pt x="162750" y="86863"/>
                      </a:lnTo>
                      <a:lnTo>
                        <a:pt x="109231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81E2876-D494-5CDB-6644-B1DEACFB17ED}"/>
                    </a:ext>
                  </a:extLst>
                </p:cNvPr>
                <p:cNvSpPr/>
                <p:nvPr/>
              </p:nvSpPr>
              <p:spPr>
                <a:xfrm>
                  <a:off x="1592410" y="579947"/>
                  <a:ext cx="36271" cy="36271"/>
                </a:xfrm>
                <a:custGeom>
                  <a:avLst/>
                  <a:gdLst>
                    <a:gd name="connsiteX0" fmla="*/ 0 w 36271"/>
                    <a:gd name="connsiteY0" fmla="*/ 0 h 36271"/>
                    <a:gd name="connsiteX1" fmla="*/ 36271 w 36271"/>
                    <a:gd name="connsiteY1" fmla="*/ 0 h 36271"/>
                    <a:gd name="connsiteX2" fmla="*/ 36271 w 36271"/>
                    <a:gd name="connsiteY2" fmla="*/ 36271 h 36271"/>
                    <a:gd name="connsiteX3" fmla="*/ 0 w 36271"/>
                    <a:gd name="connsiteY3" fmla="*/ 36271 h 36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271" h="36271">
                      <a:moveTo>
                        <a:pt x="0" y="0"/>
                      </a:moveTo>
                      <a:lnTo>
                        <a:pt x="36271" y="0"/>
                      </a:lnTo>
                      <a:lnTo>
                        <a:pt x="36271" y="36271"/>
                      </a:lnTo>
                      <a:lnTo>
                        <a:pt x="0" y="36271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1763209B-E5D6-5B4C-0262-277BCA915515}"/>
                  </a:ext>
                </a:extLst>
              </p:cNvPr>
              <p:cNvSpPr/>
              <p:nvPr/>
            </p:nvSpPr>
            <p:spPr>
              <a:xfrm>
                <a:off x="1592410" y="726704"/>
                <a:ext cx="36271" cy="36271"/>
              </a:xfrm>
              <a:custGeom>
                <a:avLst/>
                <a:gdLst>
                  <a:gd name="connsiteX0" fmla="*/ 0 w 36271"/>
                  <a:gd name="connsiteY0" fmla="*/ 0 h 36271"/>
                  <a:gd name="connsiteX1" fmla="*/ 36271 w 36271"/>
                  <a:gd name="connsiteY1" fmla="*/ 0 h 36271"/>
                  <a:gd name="connsiteX2" fmla="*/ 36271 w 36271"/>
                  <a:gd name="connsiteY2" fmla="*/ 36271 h 36271"/>
                  <a:gd name="connsiteX3" fmla="*/ 0 w 36271"/>
                  <a:gd name="connsiteY3" fmla="*/ 36271 h 3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271" h="36271">
                    <a:moveTo>
                      <a:pt x="0" y="0"/>
                    </a:moveTo>
                    <a:lnTo>
                      <a:pt x="36271" y="0"/>
                    </a:lnTo>
                    <a:lnTo>
                      <a:pt x="36271" y="36271"/>
                    </a:lnTo>
                    <a:lnTo>
                      <a:pt x="0" y="36271"/>
                    </a:lnTo>
                    <a:close/>
                  </a:path>
                </a:pathLst>
              </a:custGeom>
              <a:solidFill>
                <a:srgbClr val="F9D071"/>
              </a:solidFill>
              <a:ln w="1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pic>
        <p:nvPicPr>
          <p:cNvPr id="48" name="Picture 7">
            <a:extLst>
              <a:ext uri="{FF2B5EF4-FFF2-40B4-BE49-F238E27FC236}">
                <a16:creationId xmlns:a16="http://schemas.microsoft.com/office/drawing/2014/main" id="{283A1809-EACD-B176-CABE-58FA749AF8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407368" y="1730144"/>
            <a:ext cx="2807323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8CEB9526-1A68-CBB0-42BD-CE4D97B07A89}"/>
              </a:ext>
            </a:extLst>
          </p:cNvPr>
          <p:cNvSpPr/>
          <p:nvPr/>
        </p:nvSpPr>
        <p:spPr>
          <a:xfrm flipH="1">
            <a:off x="7253282" y="3720406"/>
            <a:ext cx="4434640" cy="683393"/>
          </a:xfrm>
          <a:custGeom>
            <a:avLst/>
            <a:gdLst>
              <a:gd name="connsiteX0" fmla="*/ 3703891 w 3816096"/>
              <a:gd name="connsiteY0" fmla="*/ 539020 h 588073"/>
              <a:gd name="connsiteX1" fmla="*/ 3703891 w 3816096"/>
              <a:gd name="connsiteY1" fmla="*/ 478060 h 588073"/>
              <a:gd name="connsiteX2" fmla="*/ 3611404 w 3816096"/>
              <a:gd name="connsiteY2" fmla="*/ 478060 h 588073"/>
              <a:gd name="connsiteX3" fmla="*/ 3611404 w 3816096"/>
              <a:gd name="connsiteY3" fmla="*/ 440246 h 588073"/>
              <a:gd name="connsiteX4" fmla="*/ 3518821 w 3816096"/>
              <a:gd name="connsiteY4" fmla="*/ 440246 h 588073"/>
              <a:gd name="connsiteX5" fmla="*/ 3518821 w 3816096"/>
              <a:gd name="connsiteY5" fmla="*/ 405670 h 588073"/>
              <a:gd name="connsiteX6" fmla="*/ 3426238 w 3816096"/>
              <a:gd name="connsiteY6" fmla="*/ 405670 h 588073"/>
              <a:gd name="connsiteX7" fmla="*/ 3426238 w 3816096"/>
              <a:gd name="connsiteY7" fmla="*/ 539020 h 588073"/>
              <a:gd name="connsiteX8" fmla="*/ 310420 w 3816096"/>
              <a:gd name="connsiteY8" fmla="*/ 539020 h 588073"/>
              <a:gd name="connsiteX9" fmla="*/ 310420 w 3816096"/>
              <a:gd name="connsiteY9" fmla="*/ 511874 h 588073"/>
              <a:gd name="connsiteX10" fmla="*/ 270605 w 3816096"/>
              <a:gd name="connsiteY10" fmla="*/ 511874 h 588073"/>
              <a:gd name="connsiteX11" fmla="*/ 270605 w 3816096"/>
              <a:gd name="connsiteY11" fmla="*/ 475869 h 588073"/>
              <a:gd name="connsiteX12" fmla="*/ 230791 w 3816096"/>
              <a:gd name="connsiteY12" fmla="*/ 475869 h 588073"/>
              <a:gd name="connsiteX13" fmla="*/ 230791 w 3816096"/>
              <a:gd name="connsiteY13" fmla="*/ 439865 h 588073"/>
              <a:gd name="connsiteX14" fmla="*/ 198977 w 3816096"/>
              <a:gd name="connsiteY14" fmla="*/ 439865 h 588073"/>
              <a:gd name="connsiteX15" fmla="*/ 198977 w 3816096"/>
              <a:gd name="connsiteY15" fmla="*/ 0 h 588073"/>
              <a:gd name="connsiteX16" fmla="*/ 0 w 3816096"/>
              <a:gd name="connsiteY16" fmla="*/ 0 h 588073"/>
              <a:gd name="connsiteX17" fmla="*/ 0 w 3816096"/>
              <a:gd name="connsiteY17" fmla="*/ 511874 h 588073"/>
              <a:gd name="connsiteX18" fmla="*/ 31814 w 3816096"/>
              <a:gd name="connsiteY18" fmla="*/ 511874 h 588073"/>
              <a:gd name="connsiteX19" fmla="*/ 31814 w 3816096"/>
              <a:gd name="connsiteY19" fmla="*/ 551974 h 588073"/>
              <a:gd name="connsiteX20" fmla="*/ 71628 w 3816096"/>
              <a:gd name="connsiteY20" fmla="*/ 551974 h 588073"/>
              <a:gd name="connsiteX21" fmla="*/ 71628 w 3816096"/>
              <a:gd name="connsiteY21" fmla="*/ 588074 h 588073"/>
              <a:gd name="connsiteX22" fmla="*/ 255842 w 3816096"/>
              <a:gd name="connsiteY22" fmla="*/ 588074 h 588073"/>
              <a:gd name="connsiteX23" fmla="*/ 270605 w 3816096"/>
              <a:gd name="connsiteY23" fmla="*/ 588074 h 588073"/>
              <a:gd name="connsiteX24" fmla="*/ 3426238 w 3816096"/>
              <a:gd name="connsiteY24" fmla="*/ 588074 h 588073"/>
              <a:gd name="connsiteX25" fmla="*/ 3518821 w 3816096"/>
              <a:gd name="connsiteY25" fmla="*/ 588074 h 588073"/>
              <a:gd name="connsiteX26" fmla="*/ 3611404 w 3816096"/>
              <a:gd name="connsiteY26" fmla="*/ 588074 h 588073"/>
              <a:gd name="connsiteX27" fmla="*/ 3703891 w 3816096"/>
              <a:gd name="connsiteY27" fmla="*/ 588074 h 588073"/>
              <a:gd name="connsiteX28" fmla="*/ 3816096 w 3816096"/>
              <a:gd name="connsiteY28" fmla="*/ 588074 h 588073"/>
              <a:gd name="connsiteX29" fmla="*/ 3816096 w 3816096"/>
              <a:gd name="connsiteY29" fmla="*/ 539020 h 588073"/>
              <a:gd name="connsiteX30" fmla="*/ 3703891 w 3816096"/>
              <a:gd name="connsiteY30" fmla="*/ 539020 h 58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6096" h="588073">
                <a:moveTo>
                  <a:pt x="3703891" y="539020"/>
                </a:moveTo>
                <a:lnTo>
                  <a:pt x="3703891" y="478060"/>
                </a:lnTo>
                <a:lnTo>
                  <a:pt x="3611404" y="478060"/>
                </a:lnTo>
                <a:lnTo>
                  <a:pt x="3611404" y="440246"/>
                </a:lnTo>
                <a:lnTo>
                  <a:pt x="3518821" y="440246"/>
                </a:lnTo>
                <a:lnTo>
                  <a:pt x="3518821" y="405670"/>
                </a:lnTo>
                <a:lnTo>
                  <a:pt x="3426238" y="405670"/>
                </a:lnTo>
                <a:lnTo>
                  <a:pt x="3426238" y="539020"/>
                </a:lnTo>
                <a:lnTo>
                  <a:pt x="310420" y="539020"/>
                </a:lnTo>
                <a:lnTo>
                  <a:pt x="310420" y="511874"/>
                </a:lnTo>
                <a:lnTo>
                  <a:pt x="270605" y="511874"/>
                </a:lnTo>
                <a:lnTo>
                  <a:pt x="270605" y="475869"/>
                </a:lnTo>
                <a:lnTo>
                  <a:pt x="230791" y="475869"/>
                </a:lnTo>
                <a:lnTo>
                  <a:pt x="230791" y="439865"/>
                </a:lnTo>
                <a:lnTo>
                  <a:pt x="198977" y="439865"/>
                </a:lnTo>
                <a:lnTo>
                  <a:pt x="198977" y="0"/>
                </a:lnTo>
                <a:lnTo>
                  <a:pt x="0" y="0"/>
                </a:lnTo>
                <a:lnTo>
                  <a:pt x="0" y="511874"/>
                </a:lnTo>
                <a:lnTo>
                  <a:pt x="31814" y="511874"/>
                </a:lnTo>
                <a:lnTo>
                  <a:pt x="31814" y="551974"/>
                </a:lnTo>
                <a:lnTo>
                  <a:pt x="71628" y="551974"/>
                </a:lnTo>
                <a:lnTo>
                  <a:pt x="71628" y="588074"/>
                </a:lnTo>
                <a:lnTo>
                  <a:pt x="255842" y="588074"/>
                </a:lnTo>
                <a:lnTo>
                  <a:pt x="270605" y="588074"/>
                </a:lnTo>
                <a:lnTo>
                  <a:pt x="3426238" y="588074"/>
                </a:lnTo>
                <a:lnTo>
                  <a:pt x="3518821" y="588074"/>
                </a:lnTo>
                <a:lnTo>
                  <a:pt x="3611404" y="588074"/>
                </a:lnTo>
                <a:lnTo>
                  <a:pt x="3703891" y="588074"/>
                </a:lnTo>
                <a:lnTo>
                  <a:pt x="3816096" y="588074"/>
                </a:lnTo>
                <a:lnTo>
                  <a:pt x="3816096" y="539020"/>
                </a:lnTo>
                <a:lnTo>
                  <a:pt x="3703891" y="53902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E6271A5-231F-94B8-7CDF-44817434DADC}"/>
              </a:ext>
            </a:extLst>
          </p:cNvPr>
          <p:cNvGrpSpPr/>
          <p:nvPr/>
        </p:nvGrpSpPr>
        <p:grpSpPr>
          <a:xfrm>
            <a:off x="491290" y="4501032"/>
            <a:ext cx="11209421" cy="2191073"/>
            <a:chOff x="1323975" y="2514688"/>
            <a:chExt cx="9543573" cy="1824362"/>
          </a:xfrm>
        </p:grpSpPr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5134D54E-5FDA-A29D-D2ED-FB6D04389D00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751B06AE-77C9-97E1-DAEA-D1D5EF3EE883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A9C1855F-2171-2E50-0F97-75DC59B4BFF8}"/>
              </a:ext>
            </a:extLst>
          </p:cNvPr>
          <p:cNvGrpSpPr/>
          <p:nvPr/>
        </p:nvGrpSpPr>
        <p:grpSpPr>
          <a:xfrm>
            <a:off x="8040216" y="3752067"/>
            <a:ext cx="3081182" cy="421124"/>
            <a:chOff x="7983370" y="3727749"/>
            <a:chExt cx="3259110" cy="445442"/>
          </a:xfrm>
        </p:grpSpPr>
        <p:pic>
          <p:nvPicPr>
            <p:cNvPr id="65" name="그래픽 64">
              <a:extLst>
                <a:ext uri="{FF2B5EF4-FFF2-40B4-BE49-F238E27FC236}">
                  <a16:creationId xmlns:a16="http://schemas.microsoft.com/office/drawing/2014/main" id="{4D02E220-63FF-D7BF-F90B-8D24759437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44272" y="3727749"/>
              <a:ext cx="445442" cy="445442"/>
            </a:xfrm>
            <a:prstGeom prst="rect">
              <a:avLst/>
            </a:prstGeom>
          </p:spPr>
        </p:pic>
        <p:pic>
          <p:nvPicPr>
            <p:cNvPr id="66" name="그래픽 65">
              <a:extLst>
                <a:ext uri="{FF2B5EF4-FFF2-40B4-BE49-F238E27FC236}">
                  <a16:creationId xmlns:a16="http://schemas.microsoft.com/office/drawing/2014/main" id="{F72393A0-8907-62B8-94A9-FE861B8CD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06942" y="3727749"/>
              <a:ext cx="445442" cy="445442"/>
            </a:xfrm>
            <a:prstGeom prst="rect">
              <a:avLst/>
            </a:prstGeom>
          </p:spPr>
        </p:pic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7C86B999-04B1-9E4B-DD91-429DCA620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2964" y="3727749"/>
              <a:ext cx="445442" cy="445442"/>
            </a:xfrm>
            <a:prstGeom prst="rect">
              <a:avLst/>
            </a:prstGeom>
          </p:spPr>
        </p:pic>
        <p:pic>
          <p:nvPicPr>
            <p:cNvPr id="68" name="그래픽 67">
              <a:extLst>
                <a:ext uri="{FF2B5EF4-FFF2-40B4-BE49-F238E27FC236}">
                  <a16:creationId xmlns:a16="http://schemas.microsoft.com/office/drawing/2014/main" id="{7F17B9CB-E594-A0CD-C097-481E2C415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30001" y="3727749"/>
              <a:ext cx="445442" cy="445442"/>
            </a:xfrm>
            <a:prstGeom prst="rect">
              <a:avLst/>
            </a:prstGeom>
          </p:spPr>
        </p:pic>
        <p:pic>
          <p:nvPicPr>
            <p:cNvPr id="69" name="그래픽 68">
              <a:extLst>
                <a:ext uri="{FF2B5EF4-FFF2-40B4-BE49-F238E27FC236}">
                  <a16:creationId xmlns:a16="http://schemas.microsoft.com/office/drawing/2014/main" id="{0BD38D0D-0564-4AAC-5F9B-24EE71C7D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97038" y="3727749"/>
              <a:ext cx="445442" cy="445442"/>
            </a:xfrm>
            <a:prstGeom prst="rect">
              <a:avLst/>
            </a:prstGeom>
          </p:spPr>
        </p:pic>
        <p:pic>
          <p:nvPicPr>
            <p:cNvPr id="70" name="그래픽 69">
              <a:extLst>
                <a:ext uri="{FF2B5EF4-FFF2-40B4-BE49-F238E27FC236}">
                  <a16:creationId xmlns:a16="http://schemas.microsoft.com/office/drawing/2014/main" id="{4FC9879C-A398-FB11-DF19-6A6BBF6C3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3370" y="3727749"/>
              <a:ext cx="445442" cy="445442"/>
            </a:xfrm>
            <a:prstGeom prst="rect">
              <a:avLst/>
            </a:prstGeom>
          </p:spPr>
        </p:pic>
      </p:grpSp>
      <p:sp>
        <p:nvSpPr>
          <p:cNvPr id="22" name="직사각형 21"/>
          <p:cNvSpPr/>
          <p:nvPr/>
        </p:nvSpPr>
        <p:spPr>
          <a:xfrm>
            <a:off x="2039208" y="1529408"/>
            <a:ext cx="8113581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 rot="5400000">
            <a:off x="8379123" y="3303074"/>
            <a:ext cx="4566939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1019605" y="764704"/>
            <a:ext cx="10152789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 rot="5400000">
            <a:off x="8635549" y="3301549"/>
            <a:ext cx="6093296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12192000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 rot="5400000">
            <a:off x="8101907" y="3280764"/>
            <a:ext cx="3082155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3999459" y="3798415"/>
            <a:ext cx="5133721" cy="771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3999459" y="3035621"/>
            <a:ext cx="5133721" cy="7761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" y="6093296"/>
            <a:ext cx="1117239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 rot="5400000">
            <a:off x="-2154493" y="2919197"/>
            <a:ext cx="5328592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1019605" y="5331643"/>
            <a:ext cx="913318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 rot="5400000">
            <a:off x="-392498" y="2941509"/>
            <a:ext cx="3843811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2039209" y="4566940"/>
            <a:ext cx="709397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 rot="5400000">
            <a:off x="1407280" y="2913493"/>
            <a:ext cx="2283467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3058817" y="2249487"/>
            <a:ext cx="6074367" cy="796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 rot="5400000">
            <a:off x="2769754" y="3335324"/>
            <a:ext cx="1518765" cy="9406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286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30"/>
                            </p:stCondLst>
                            <p:childTnLst>
                              <p:par>
                                <p:cTn id="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1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60"/>
                            </p:stCondLst>
                            <p:childTnLst>
                              <p:par>
                                <p:cTn id="13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1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90"/>
                            </p:stCondLst>
                            <p:childTnLst>
                              <p:par>
                                <p:cTn id="17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1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2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"/>
                            </p:stCondLst>
                            <p:childTnLst>
                              <p:par>
                                <p:cTn id="2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1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80"/>
                            </p:stCondLst>
                            <p:childTnLst>
                              <p:par>
                                <p:cTn id="29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1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10"/>
                            </p:stCondLst>
                            <p:childTnLst>
                              <p:par>
                                <p:cTn id="3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1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4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70"/>
                            </p:stCondLst>
                            <p:childTnLst>
                              <p:par>
                                <p:cTn id="41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13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00"/>
                            </p:stCondLst>
                            <p:childTnLst>
                              <p:par>
                                <p:cTn id="45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3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430"/>
                            </p:stCondLst>
                            <p:childTnLst>
                              <p:par>
                                <p:cTn id="4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13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60"/>
                            </p:stCondLst>
                            <p:childTnLst>
                              <p:par>
                                <p:cTn id="5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" dur="1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90"/>
                            </p:stCondLst>
                            <p:childTnLst>
                              <p:par>
                                <p:cTn id="57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8" dur="13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820"/>
                            </p:stCondLst>
                            <p:childTnLst>
                              <p:par>
                                <p:cTn id="61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13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50"/>
                            </p:stCondLst>
                            <p:childTnLst>
                              <p:par>
                                <p:cTn id="6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6" dur="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9" grpId="0" animBg="1"/>
      <p:bldP spid="18" grpId="0" animBg="1"/>
      <p:bldP spid="12" grpId="0" animBg="1"/>
      <p:bldP spid="7" grpId="0" animBg="1"/>
      <p:bldP spid="23" grpId="0" animBg="1"/>
      <p:bldP spid="28" grpId="0" animBg="1"/>
      <p:bldP spid="29" grpId="0" animBg="1"/>
      <p:bldP spid="15" grpId="0" animBg="1"/>
      <p:bldP spid="16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F166C-369D-563B-EA93-402123432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9B124F7-454A-60BC-43BD-70FEBBAB3CDB}"/>
              </a:ext>
            </a:extLst>
          </p:cNvPr>
          <p:cNvSpPr txBox="1"/>
          <p:nvPr/>
        </p:nvSpPr>
        <p:spPr>
          <a:xfrm>
            <a:off x="3064982" y="5304182"/>
            <a:ext cx="6062037" cy="5847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2. OOP</a:t>
            </a:r>
            <a:endParaRPr lang="ko-KR" altLang="en-US" sz="3200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0C463B39-E5EF-FB4D-703A-90644DC3E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407368" y="1730144"/>
            <a:ext cx="2807323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F19D23BB-AC53-1F20-2622-669384873A83}"/>
              </a:ext>
            </a:extLst>
          </p:cNvPr>
          <p:cNvSpPr/>
          <p:nvPr/>
        </p:nvSpPr>
        <p:spPr>
          <a:xfrm flipH="1">
            <a:off x="7253282" y="3720406"/>
            <a:ext cx="4434640" cy="683393"/>
          </a:xfrm>
          <a:custGeom>
            <a:avLst/>
            <a:gdLst>
              <a:gd name="connsiteX0" fmla="*/ 3703891 w 3816096"/>
              <a:gd name="connsiteY0" fmla="*/ 539020 h 588073"/>
              <a:gd name="connsiteX1" fmla="*/ 3703891 w 3816096"/>
              <a:gd name="connsiteY1" fmla="*/ 478060 h 588073"/>
              <a:gd name="connsiteX2" fmla="*/ 3611404 w 3816096"/>
              <a:gd name="connsiteY2" fmla="*/ 478060 h 588073"/>
              <a:gd name="connsiteX3" fmla="*/ 3611404 w 3816096"/>
              <a:gd name="connsiteY3" fmla="*/ 440246 h 588073"/>
              <a:gd name="connsiteX4" fmla="*/ 3518821 w 3816096"/>
              <a:gd name="connsiteY4" fmla="*/ 440246 h 588073"/>
              <a:gd name="connsiteX5" fmla="*/ 3518821 w 3816096"/>
              <a:gd name="connsiteY5" fmla="*/ 405670 h 588073"/>
              <a:gd name="connsiteX6" fmla="*/ 3426238 w 3816096"/>
              <a:gd name="connsiteY6" fmla="*/ 405670 h 588073"/>
              <a:gd name="connsiteX7" fmla="*/ 3426238 w 3816096"/>
              <a:gd name="connsiteY7" fmla="*/ 539020 h 588073"/>
              <a:gd name="connsiteX8" fmla="*/ 310420 w 3816096"/>
              <a:gd name="connsiteY8" fmla="*/ 539020 h 588073"/>
              <a:gd name="connsiteX9" fmla="*/ 310420 w 3816096"/>
              <a:gd name="connsiteY9" fmla="*/ 511874 h 588073"/>
              <a:gd name="connsiteX10" fmla="*/ 270605 w 3816096"/>
              <a:gd name="connsiteY10" fmla="*/ 511874 h 588073"/>
              <a:gd name="connsiteX11" fmla="*/ 270605 w 3816096"/>
              <a:gd name="connsiteY11" fmla="*/ 475869 h 588073"/>
              <a:gd name="connsiteX12" fmla="*/ 230791 w 3816096"/>
              <a:gd name="connsiteY12" fmla="*/ 475869 h 588073"/>
              <a:gd name="connsiteX13" fmla="*/ 230791 w 3816096"/>
              <a:gd name="connsiteY13" fmla="*/ 439865 h 588073"/>
              <a:gd name="connsiteX14" fmla="*/ 198977 w 3816096"/>
              <a:gd name="connsiteY14" fmla="*/ 439865 h 588073"/>
              <a:gd name="connsiteX15" fmla="*/ 198977 w 3816096"/>
              <a:gd name="connsiteY15" fmla="*/ 0 h 588073"/>
              <a:gd name="connsiteX16" fmla="*/ 0 w 3816096"/>
              <a:gd name="connsiteY16" fmla="*/ 0 h 588073"/>
              <a:gd name="connsiteX17" fmla="*/ 0 w 3816096"/>
              <a:gd name="connsiteY17" fmla="*/ 511874 h 588073"/>
              <a:gd name="connsiteX18" fmla="*/ 31814 w 3816096"/>
              <a:gd name="connsiteY18" fmla="*/ 511874 h 588073"/>
              <a:gd name="connsiteX19" fmla="*/ 31814 w 3816096"/>
              <a:gd name="connsiteY19" fmla="*/ 551974 h 588073"/>
              <a:gd name="connsiteX20" fmla="*/ 71628 w 3816096"/>
              <a:gd name="connsiteY20" fmla="*/ 551974 h 588073"/>
              <a:gd name="connsiteX21" fmla="*/ 71628 w 3816096"/>
              <a:gd name="connsiteY21" fmla="*/ 588074 h 588073"/>
              <a:gd name="connsiteX22" fmla="*/ 255842 w 3816096"/>
              <a:gd name="connsiteY22" fmla="*/ 588074 h 588073"/>
              <a:gd name="connsiteX23" fmla="*/ 270605 w 3816096"/>
              <a:gd name="connsiteY23" fmla="*/ 588074 h 588073"/>
              <a:gd name="connsiteX24" fmla="*/ 3426238 w 3816096"/>
              <a:gd name="connsiteY24" fmla="*/ 588074 h 588073"/>
              <a:gd name="connsiteX25" fmla="*/ 3518821 w 3816096"/>
              <a:gd name="connsiteY25" fmla="*/ 588074 h 588073"/>
              <a:gd name="connsiteX26" fmla="*/ 3611404 w 3816096"/>
              <a:gd name="connsiteY26" fmla="*/ 588074 h 588073"/>
              <a:gd name="connsiteX27" fmla="*/ 3703891 w 3816096"/>
              <a:gd name="connsiteY27" fmla="*/ 588074 h 588073"/>
              <a:gd name="connsiteX28" fmla="*/ 3816096 w 3816096"/>
              <a:gd name="connsiteY28" fmla="*/ 588074 h 588073"/>
              <a:gd name="connsiteX29" fmla="*/ 3816096 w 3816096"/>
              <a:gd name="connsiteY29" fmla="*/ 539020 h 588073"/>
              <a:gd name="connsiteX30" fmla="*/ 3703891 w 3816096"/>
              <a:gd name="connsiteY30" fmla="*/ 539020 h 58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6096" h="588073">
                <a:moveTo>
                  <a:pt x="3703891" y="539020"/>
                </a:moveTo>
                <a:lnTo>
                  <a:pt x="3703891" y="478060"/>
                </a:lnTo>
                <a:lnTo>
                  <a:pt x="3611404" y="478060"/>
                </a:lnTo>
                <a:lnTo>
                  <a:pt x="3611404" y="440246"/>
                </a:lnTo>
                <a:lnTo>
                  <a:pt x="3518821" y="440246"/>
                </a:lnTo>
                <a:lnTo>
                  <a:pt x="3518821" y="405670"/>
                </a:lnTo>
                <a:lnTo>
                  <a:pt x="3426238" y="405670"/>
                </a:lnTo>
                <a:lnTo>
                  <a:pt x="3426238" y="539020"/>
                </a:lnTo>
                <a:lnTo>
                  <a:pt x="310420" y="539020"/>
                </a:lnTo>
                <a:lnTo>
                  <a:pt x="310420" y="511874"/>
                </a:lnTo>
                <a:lnTo>
                  <a:pt x="270605" y="511874"/>
                </a:lnTo>
                <a:lnTo>
                  <a:pt x="270605" y="475869"/>
                </a:lnTo>
                <a:lnTo>
                  <a:pt x="230791" y="475869"/>
                </a:lnTo>
                <a:lnTo>
                  <a:pt x="230791" y="439865"/>
                </a:lnTo>
                <a:lnTo>
                  <a:pt x="198977" y="439865"/>
                </a:lnTo>
                <a:lnTo>
                  <a:pt x="198977" y="0"/>
                </a:lnTo>
                <a:lnTo>
                  <a:pt x="0" y="0"/>
                </a:lnTo>
                <a:lnTo>
                  <a:pt x="0" y="511874"/>
                </a:lnTo>
                <a:lnTo>
                  <a:pt x="31814" y="511874"/>
                </a:lnTo>
                <a:lnTo>
                  <a:pt x="31814" y="551974"/>
                </a:lnTo>
                <a:lnTo>
                  <a:pt x="71628" y="551974"/>
                </a:lnTo>
                <a:lnTo>
                  <a:pt x="71628" y="588074"/>
                </a:lnTo>
                <a:lnTo>
                  <a:pt x="255842" y="588074"/>
                </a:lnTo>
                <a:lnTo>
                  <a:pt x="270605" y="588074"/>
                </a:lnTo>
                <a:lnTo>
                  <a:pt x="3426238" y="588074"/>
                </a:lnTo>
                <a:lnTo>
                  <a:pt x="3518821" y="588074"/>
                </a:lnTo>
                <a:lnTo>
                  <a:pt x="3611404" y="588074"/>
                </a:lnTo>
                <a:lnTo>
                  <a:pt x="3703891" y="588074"/>
                </a:lnTo>
                <a:lnTo>
                  <a:pt x="3816096" y="588074"/>
                </a:lnTo>
                <a:lnTo>
                  <a:pt x="3816096" y="539020"/>
                </a:lnTo>
                <a:lnTo>
                  <a:pt x="3703891" y="53902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0C48786-09E3-26E2-0D9C-CA8A0C5D6614}"/>
              </a:ext>
            </a:extLst>
          </p:cNvPr>
          <p:cNvGrpSpPr/>
          <p:nvPr/>
        </p:nvGrpSpPr>
        <p:grpSpPr>
          <a:xfrm>
            <a:off x="491290" y="4501032"/>
            <a:ext cx="11209421" cy="2191073"/>
            <a:chOff x="1323975" y="2514688"/>
            <a:chExt cx="9543573" cy="1824362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1A20D4AE-01DC-8F04-DFA7-0C3A0DDA773D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31B922A7-38FC-D38D-D2DE-44D2E33F955A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B6291E36-D44E-D7BF-F71D-ECDDE1BEB92F}"/>
              </a:ext>
            </a:extLst>
          </p:cNvPr>
          <p:cNvGrpSpPr/>
          <p:nvPr/>
        </p:nvGrpSpPr>
        <p:grpSpPr>
          <a:xfrm>
            <a:off x="516525" y="474715"/>
            <a:ext cx="4422193" cy="683393"/>
            <a:chOff x="516525" y="524064"/>
            <a:chExt cx="4422193" cy="683393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592679FF-3E5D-D424-A251-C2C259CA1D2C}"/>
                </a:ext>
              </a:extLst>
            </p:cNvPr>
            <p:cNvSpPr/>
            <p:nvPr/>
          </p:nvSpPr>
          <p:spPr>
            <a:xfrm>
              <a:off x="1789642" y="604179"/>
              <a:ext cx="2722182" cy="127974"/>
            </a:xfrm>
            <a:prstGeom prst="rect">
              <a:avLst/>
            </a:prstGeom>
            <a:solidFill>
              <a:srgbClr val="01A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ABE86555-1B25-4EBF-4A04-CFF48EA55A36}"/>
                </a:ext>
              </a:extLst>
            </p:cNvPr>
            <p:cNvGrpSpPr/>
            <p:nvPr/>
          </p:nvGrpSpPr>
          <p:grpSpPr>
            <a:xfrm>
              <a:off x="516525" y="524064"/>
              <a:ext cx="4422193" cy="683393"/>
              <a:chOff x="4186237" y="3133725"/>
              <a:chExt cx="3816096" cy="588073"/>
            </a:xfrm>
            <a:solidFill>
              <a:schemeClr val="tx1"/>
            </a:solidFill>
          </p:grpSpPr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B4BB526F-8619-F885-03A3-A862D2EC1B89}"/>
                  </a:ext>
                </a:extLst>
              </p:cNvPr>
              <p:cNvSpPr/>
              <p:nvPr/>
            </p:nvSpPr>
            <p:spPr>
              <a:xfrm>
                <a:off x="4186237" y="3133725"/>
                <a:ext cx="3816096" cy="588073"/>
              </a:xfrm>
              <a:custGeom>
                <a:avLst/>
                <a:gdLst>
                  <a:gd name="connsiteX0" fmla="*/ 3703891 w 3816096"/>
                  <a:gd name="connsiteY0" fmla="*/ 539020 h 588073"/>
                  <a:gd name="connsiteX1" fmla="*/ 3703891 w 3816096"/>
                  <a:gd name="connsiteY1" fmla="*/ 478060 h 588073"/>
                  <a:gd name="connsiteX2" fmla="*/ 3611404 w 3816096"/>
                  <a:gd name="connsiteY2" fmla="*/ 478060 h 588073"/>
                  <a:gd name="connsiteX3" fmla="*/ 3611404 w 3816096"/>
                  <a:gd name="connsiteY3" fmla="*/ 440246 h 588073"/>
                  <a:gd name="connsiteX4" fmla="*/ 3518821 w 3816096"/>
                  <a:gd name="connsiteY4" fmla="*/ 440246 h 588073"/>
                  <a:gd name="connsiteX5" fmla="*/ 3518821 w 3816096"/>
                  <a:gd name="connsiteY5" fmla="*/ 405670 h 588073"/>
                  <a:gd name="connsiteX6" fmla="*/ 3426238 w 3816096"/>
                  <a:gd name="connsiteY6" fmla="*/ 405670 h 588073"/>
                  <a:gd name="connsiteX7" fmla="*/ 3426238 w 3816096"/>
                  <a:gd name="connsiteY7" fmla="*/ 539020 h 588073"/>
                  <a:gd name="connsiteX8" fmla="*/ 310420 w 3816096"/>
                  <a:gd name="connsiteY8" fmla="*/ 539020 h 588073"/>
                  <a:gd name="connsiteX9" fmla="*/ 310420 w 3816096"/>
                  <a:gd name="connsiteY9" fmla="*/ 511874 h 588073"/>
                  <a:gd name="connsiteX10" fmla="*/ 270605 w 3816096"/>
                  <a:gd name="connsiteY10" fmla="*/ 511874 h 588073"/>
                  <a:gd name="connsiteX11" fmla="*/ 270605 w 3816096"/>
                  <a:gd name="connsiteY11" fmla="*/ 475869 h 588073"/>
                  <a:gd name="connsiteX12" fmla="*/ 230791 w 3816096"/>
                  <a:gd name="connsiteY12" fmla="*/ 475869 h 588073"/>
                  <a:gd name="connsiteX13" fmla="*/ 230791 w 3816096"/>
                  <a:gd name="connsiteY13" fmla="*/ 439865 h 588073"/>
                  <a:gd name="connsiteX14" fmla="*/ 198977 w 3816096"/>
                  <a:gd name="connsiteY14" fmla="*/ 439865 h 588073"/>
                  <a:gd name="connsiteX15" fmla="*/ 198977 w 3816096"/>
                  <a:gd name="connsiteY15" fmla="*/ 0 h 588073"/>
                  <a:gd name="connsiteX16" fmla="*/ 0 w 3816096"/>
                  <a:gd name="connsiteY16" fmla="*/ 0 h 588073"/>
                  <a:gd name="connsiteX17" fmla="*/ 0 w 3816096"/>
                  <a:gd name="connsiteY17" fmla="*/ 511874 h 588073"/>
                  <a:gd name="connsiteX18" fmla="*/ 31814 w 3816096"/>
                  <a:gd name="connsiteY18" fmla="*/ 511874 h 588073"/>
                  <a:gd name="connsiteX19" fmla="*/ 31814 w 3816096"/>
                  <a:gd name="connsiteY19" fmla="*/ 551974 h 588073"/>
                  <a:gd name="connsiteX20" fmla="*/ 71628 w 3816096"/>
                  <a:gd name="connsiteY20" fmla="*/ 551974 h 588073"/>
                  <a:gd name="connsiteX21" fmla="*/ 71628 w 3816096"/>
                  <a:gd name="connsiteY21" fmla="*/ 588074 h 588073"/>
                  <a:gd name="connsiteX22" fmla="*/ 255842 w 3816096"/>
                  <a:gd name="connsiteY22" fmla="*/ 588074 h 588073"/>
                  <a:gd name="connsiteX23" fmla="*/ 270605 w 3816096"/>
                  <a:gd name="connsiteY23" fmla="*/ 588074 h 588073"/>
                  <a:gd name="connsiteX24" fmla="*/ 3426238 w 3816096"/>
                  <a:gd name="connsiteY24" fmla="*/ 588074 h 588073"/>
                  <a:gd name="connsiteX25" fmla="*/ 3518821 w 3816096"/>
                  <a:gd name="connsiteY25" fmla="*/ 588074 h 588073"/>
                  <a:gd name="connsiteX26" fmla="*/ 3611404 w 3816096"/>
                  <a:gd name="connsiteY26" fmla="*/ 588074 h 588073"/>
                  <a:gd name="connsiteX27" fmla="*/ 3703891 w 3816096"/>
                  <a:gd name="connsiteY27" fmla="*/ 588074 h 588073"/>
                  <a:gd name="connsiteX28" fmla="*/ 3816096 w 3816096"/>
                  <a:gd name="connsiteY28" fmla="*/ 588074 h 588073"/>
                  <a:gd name="connsiteX29" fmla="*/ 3816096 w 3816096"/>
                  <a:gd name="connsiteY29" fmla="*/ 539020 h 588073"/>
                  <a:gd name="connsiteX30" fmla="*/ 3703891 w 3816096"/>
                  <a:gd name="connsiteY30" fmla="*/ 539020 h 58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816096" h="588073">
                    <a:moveTo>
                      <a:pt x="3703891" y="539020"/>
                    </a:moveTo>
                    <a:lnTo>
                      <a:pt x="3703891" y="478060"/>
                    </a:lnTo>
                    <a:lnTo>
                      <a:pt x="3611404" y="478060"/>
                    </a:lnTo>
                    <a:lnTo>
                      <a:pt x="3611404" y="440246"/>
                    </a:lnTo>
                    <a:lnTo>
                      <a:pt x="3518821" y="440246"/>
                    </a:lnTo>
                    <a:lnTo>
                      <a:pt x="3518821" y="405670"/>
                    </a:lnTo>
                    <a:lnTo>
                      <a:pt x="3426238" y="405670"/>
                    </a:lnTo>
                    <a:lnTo>
                      <a:pt x="3426238" y="539020"/>
                    </a:lnTo>
                    <a:lnTo>
                      <a:pt x="310420" y="539020"/>
                    </a:lnTo>
                    <a:lnTo>
                      <a:pt x="310420" y="511874"/>
                    </a:lnTo>
                    <a:lnTo>
                      <a:pt x="270605" y="511874"/>
                    </a:lnTo>
                    <a:lnTo>
                      <a:pt x="270605" y="475869"/>
                    </a:lnTo>
                    <a:lnTo>
                      <a:pt x="230791" y="475869"/>
                    </a:lnTo>
                    <a:lnTo>
                      <a:pt x="230791" y="439865"/>
                    </a:lnTo>
                    <a:lnTo>
                      <a:pt x="198977" y="439865"/>
                    </a:lnTo>
                    <a:lnTo>
                      <a:pt x="198977" y="0"/>
                    </a:lnTo>
                    <a:lnTo>
                      <a:pt x="0" y="0"/>
                    </a:lnTo>
                    <a:lnTo>
                      <a:pt x="0" y="511874"/>
                    </a:lnTo>
                    <a:lnTo>
                      <a:pt x="31814" y="511874"/>
                    </a:lnTo>
                    <a:lnTo>
                      <a:pt x="31814" y="551974"/>
                    </a:lnTo>
                    <a:lnTo>
                      <a:pt x="71628" y="551974"/>
                    </a:lnTo>
                    <a:lnTo>
                      <a:pt x="71628" y="588074"/>
                    </a:lnTo>
                    <a:lnTo>
                      <a:pt x="255842" y="588074"/>
                    </a:lnTo>
                    <a:lnTo>
                      <a:pt x="270605" y="588074"/>
                    </a:lnTo>
                    <a:lnTo>
                      <a:pt x="3426238" y="588074"/>
                    </a:lnTo>
                    <a:lnTo>
                      <a:pt x="3518821" y="588074"/>
                    </a:lnTo>
                    <a:lnTo>
                      <a:pt x="3611404" y="588074"/>
                    </a:lnTo>
                    <a:lnTo>
                      <a:pt x="3703891" y="588074"/>
                    </a:lnTo>
                    <a:lnTo>
                      <a:pt x="3816096" y="588074"/>
                    </a:lnTo>
                    <a:lnTo>
                      <a:pt x="3816096" y="539020"/>
                    </a:lnTo>
                    <a:lnTo>
                      <a:pt x="3703891" y="5390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F1737ECC-329F-C972-49FB-FC52610F358B}"/>
                  </a:ext>
                </a:extLst>
              </p:cNvPr>
              <p:cNvSpPr/>
              <p:nvPr/>
            </p:nvSpPr>
            <p:spPr>
              <a:xfrm>
                <a:off x="4521898" y="3133725"/>
                <a:ext cx="3321938" cy="259365"/>
              </a:xfrm>
              <a:custGeom>
                <a:avLst/>
                <a:gdLst>
                  <a:gd name="connsiteX0" fmla="*/ 724472 w 3321938"/>
                  <a:gd name="connsiteY0" fmla="*/ 259366 h 259365"/>
                  <a:gd name="connsiteX1" fmla="*/ 3092196 w 3321938"/>
                  <a:gd name="connsiteY1" fmla="*/ 259366 h 259365"/>
                  <a:gd name="connsiteX2" fmla="*/ 3286220 w 3321938"/>
                  <a:gd name="connsiteY2" fmla="*/ 259366 h 259365"/>
                  <a:gd name="connsiteX3" fmla="*/ 3321939 w 3321938"/>
                  <a:gd name="connsiteY3" fmla="*/ 259366 h 259365"/>
                  <a:gd name="connsiteX4" fmla="*/ 3321939 w 3321938"/>
                  <a:gd name="connsiteY4" fmla="*/ 0 h 259365"/>
                  <a:gd name="connsiteX5" fmla="*/ 3092196 w 3321938"/>
                  <a:gd name="connsiteY5" fmla="*/ 0 h 259365"/>
                  <a:gd name="connsiteX6" fmla="*/ 3092196 w 3321938"/>
                  <a:gd name="connsiteY6" fmla="*/ 221075 h 259365"/>
                  <a:gd name="connsiteX7" fmla="*/ 776573 w 3321938"/>
                  <a:gd name="connsiteY7" fmla="*/ 221075 h 259365"/>
                  <a:gd name="connsiteX8" fmla="*/ 776573 w 3321938"/>
                  <a:gd name="connsiteY8" fmla="*/ 3429 h 259365"/>
                  <a:gd name="connsiteX9" fmla="*/ 0 w 3321938"/>
                  <a:gd name="connsiteY9" fmla="*/ 3429 h 259365"/>
                  <a:gd name="connsiteX10" fmla="*/ 0 w 3321938"/>
                  <a:gd name="connsiteY10" fmla="*/ 259366 h 259365"/>
                  <a:gd name="connsiteX11" fmla="*/ 724472 w 3321938"/>
                  <a:gd name="connsiteY11" fmla="*/ 259366 h 259365"/>
                  <a:gd name="connsiteX12" fmla="*/ 724472 w 3321938"/>
                  <a:gd name="connsiteY12" fmla="*/ 259366 h 25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21938" h="259365">
                    <a:moveTo>
                      <a:pt x="724472" y="259366"/>
                    </a:moveTo>
                    <a:lnTo>
                      <a:pt x="3092196" y="259366"/>
                    </a:lnTo>
                    <a:lnTo>
                      <a:pt x="3286220" y="259366"/>
                    </a:lnTo>
                    <a:lnTo>
                      <a:pt x="3321939" y="259366"/>
                    </a:lnTo>
                    <a:lnTo>
                      <a:pt x="3321939" y="0"/>
                    </a:lnTo>
                    <a:lnTo>
                      <a:pt x="3092196" y="0"/>
                    </a:lnTo>
                    <a:lnTo>
                      <a:pt x="3092196" y="221075"/>
                    </a:lnTo>
                    <a:lnTo>
                      <a:pt x="776573" y="221075"/>
                    </a:lnTo>
                    <a:lnTo>
                      <a:pt x="776573" y="3429"/>
                    </a:lnTo>
                    <a:lnTo>
                      <a:pt x="0" y="3429"/>
                    </a:lnTo>
                    <a:lnTo>
                      <a:pt x="0" y="259366"/>
                    </a:lnTo>
                    <a:lnTo>
                      <a:pt x="724472" y="259366"/>
                    </a:lnTo>
                    <a:lnTo>
                      <a:pt x="724472" y="2593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3282EA8D-2FD2-1C64-3732-99B11F491D8C}"/>
                </a:ext>
              </a:extLst>
            </p:cNvPr>
            <p:cNvGrpSpPr/>
            <p:nvPr/>
          </p:nvGrpSpPr>
          <p:grpSpPr>
            <a:xfrm>
              <a:off x="983432" y="579947"/>
              <a:ext cx="645249" cy="183028"/>
              <a:chOff x="983432" y="579947"/>
              <a:chExt cx="645249" cy="183028"/>
            </a:xfrm>
          </p:grpSpPr>
          <p:grpSp>
            <p:nvGrpSpPr>
              <p:cNvPr id="21" name="그래픽 17">
                <a:extLst>
                  <a:ext uri="{FF2B5EF4-FFF2-40B4-BE49-F238E27FC236}">
                    <a16:creationId xmlns:a16="http://schemas.microsoft.com/office/drawing/2014/main" id="{ED83CC66-4AA3-E981-1E98-A3F1D25FFA61}"/>
                  </a:ext>
                </a:extLst>
              </p:cNvPr>
              <p:cNvGrpSpPr/>
              <p:nvPr/>
            </p:nvGrpSpPr>
            <p:grpSpPr>
              <a:xfrm>
                <a:off x="983432" y="579947"/>
                <a:ext cx="645249" cy="183028"/>
                <a:chOff x="983432" y="579947"/>
                <a:chExt cx="645249" cy="183028"/>
              </a:xfrm>
              <a:solidFill>
                <a:srgbClr val="F9D071"/>
              </a:solidFill>
            </p:grpSpPr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0A2F9BC1-7CC2-6519-C406-6E1B18834D0A}"/>
                    </a:ext>
                  </a:extLst>
                </p:cNvPr>
                <p:cNvSpPr/>
                <p:nvPr/>
              </p:nvSpPr>
              <p:spPr>
                <a:xfrm>
                  <a:off x="983432" y="579947"/>
                  <a:ext cx="219090" cy="183028"/>
                </a:xfrm>
                <a:custGeom>
                  <a:avLst/>
                  <a:gdLst>
                    <a:gd name="connsiteX0" fmla="*/ 164527 w 219090"/>
                    <a:gd name="connsiteY0" fmla="*/ 86863 h 183028"/>
                    <a:gd name="connsiteX1" fmla="*/ 109231 w 219090"/>
                    <a:gd name="connsiteY1" fmla="*/ 86863 h 183028"/>
                    <a:gd name="connsiteX2" fmla="*/ 109231 w 219090"/>
                    <a:gd name="connsiteY2" fmla="*/ 0 h 183028"/>
                    <a:gd name="connsiteX3" fmla="*/ 0 w 219090"/>
                    <a:gd name="connsiteY3" fmla="*/ 0 h 183028"/>
                    <a:gd name="connsiteX4" fmla="*/ 0 w 219090"/>
                    <a:gd name="connsiteY4" fmla="*/ 183028 h 183028"/>
                    <a:gd name="connsiteX5" fmla="*/ 109231 w 219090"/>
                    <a:gd name="connsiteY5" fmla="*/ 183028 h 183028"/>
                    <a:gd name="connsiteX6" fmla="*/ 109231 w 219090"/>
                    <a:gd name="connsiteY6" fmla="*/ 130033 h 183028"/>
                    <a:gd name="connsiteX7" fmla="*/ 164527 w 219090"/>
                    <a:gd name="connsiteY7" fmla="*/ 130033 h 183028"/>
                    <a:gd name="connsiteX8" fmla="*/ 164527 w 219090"/>
                    <a:gd name="connsiteY8" fmla="*/ 183028 h 183028"/>
                    <a:gd name="connsiteX9" fmla="*/ 219090 w 219090"/>
                    <a:gd name="connsiteY9" fmla="*/ 183028 h 183028"/>
                    <a:gd name="connsiteX10" fmla="*/ 219090 w 219090"/>
                    <a:gd name="connsiteY10" fmla="*/ 0 h 183028"/>
                    <a:gd name="connsiteX11" fmla="*/ 164527 w 219090"/>
                    <a:gd name="connsiteY11" fmla="*/ 0 h 183028"/>
                    <a:gd name="connsiteX12" fmla="*/ 164527 w 219090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9090" h="183028">
                      <a:moveTo>
                        <a:pt x="164527" y="86863"/>
                      </a:moveTo>
                      <a:lnTo>
                        <a:pt x="109231" y="86863"/>
                      </a:lnTo>
                      <a:lnTo>
                        <a:pt x="109231" y="0"/>
                      </a:ln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164527" y="130033"/>
                      </a:lnTo>
                      <a:lnTo>
                        <a:pt x="164527" y="183028"/>
                      </a:lnTo>
                      <a:lnTo>
                        <a:pt x="219090" y="183028"/>
                      </a:lnTo>
                      <a:lnTo>
                        <a:pt x="219090" y="0"/>
                      </a:lnTo>
                      <a:lnTo>
                        <a:pt x="164527" y="0"/>
                      </a:lnTo>
                      <a:lnTo>
                        <a:pt x="164527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" name="자유형: 도형 23">
                  <a:extLst>
                    <a:ext uri="{FF2B5EF4-FFF2-40B4-BE49-F238E27FC236}">
                      <a16:creationId xmlns:a16="http://schemas.microsoft.com/office/drawing/2014/main" id="{4A95769D-25E3-6F88-34E6-3523B8A4E33A}"/>
                    </a:ext>
                  </a:extLst>
                </p:cNvPr>
                <p:cNvSpPr/>
                <p:nvPr/>
              </p:nvSpPr>
              <p:spPr>
                <a:xfrm>
                  <a:off x="1249141" y="579947"/>
                  <a:ext cx="217417" cy="183028"/>
                </a:xfrm>
                <a:custGeom>
                  <a:avLst/>
                  <a:gdLst>
                    <a:gd name="connsiteX0" fmla="*/ 211460 w 217417"/>
                    <a:gd name="connsiteY0" fmla="*/ 0 h 183028"/>
                    <a:gd name="connsiteX1" fmla="*/ 0 w 217417"/>
                    <a:gd name="connsiteY1" fmla="*/ 0 h 183028"/>
                    <a:gd name="connsiteX2" fmla="*/ 0 w 217417"/>
                    <a:gd name="connsiteY2" fmla="*/ 183028 h 183028"/>
                    <a:gd name="connsiteX3" fmla="*/ 109231 w 217417"/>
                    <a:gd name="connsiteY3" fmla="*/ 183028 h 183028"/>
                    <a:gd name="connsiteX4" fmla="*/ 109231 w 217417"/>
                    <a:gd name="connsiteY4" fmla="*/ 130033 h 183028"/>
                    <a:gd name="connsiteX5" fmla="*/ 217418 w 217417"/>
                    <a:gd name="connsiteY5" fmla="*/ 130033 h 183028"/>
                    <a:gd name="connsiteX6" fmla="*/ 217418 w 217417"/>
                    <a:gd name="connsiteY6" fmla="*/ 0 h 183028"/>
                    <a:gd name="connsiteX7" fmla="*/ 211564 w 217417"/>
                    <a:gd name="connsiteY7" fmla="*/ 0 h 183028"/>
                    <a:gd name="connsiteX8" fmla="*/ 109231 w 217417"/>
                    <a:gd name="connsiteY8" fmla="*/ 86863 h 183028"/>
                    <a:gd name="connsiteX9" fmla="*/ 109231 w 217417"/>
                    <a:gd name="connsiteY9" fmla="*/ 43170 h 183028"/>
                    <a:gd name="connsiteX10" fmla="*/ 162750 w 217417"/>
                    <a:gd name="connsiteY10" fmla="*/ 43170 h 183028"/>
                    <a:gd name="connsiteX11" fmla="*/ 162750 w 217417"/>
                    <a:gd name="connsiteY11" fmla="*/ 86863 h 183028"/>
                    <a:gd name="connsiteX12" fmla="*/ 109231 w 217417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417" h="183028">
                      <a:moveTo>
                        <a:pt x="211460" y="0"/>
                      </a:move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217418" y="130033"/>
                      </a:lnTo>
                      <a:lnTo>
                        <a:pt x="217418" y="0"/>
                      </a:lnTo>
                      <a:lnTo>
                        <a:pt x="211564" y="0"/>
                      </a:lnTo>
                      <a:close/>
                      <a:moveTo>
                        <a:pt x="109231" y="86863"/>
                      </a:moveTo>
                      <a:lnTo>
                        <a:pt x="109231" y="43170"/>
                      </a:lnTo>
                      <a:lnTo>
                        <a:pt x="162750" y="43170"/>
                      </a:lnTo>
                      <a:lnTo>
                        <a:pt x="162750" y="86863"/>
                      </a:lnTo>
                      <a:lnTo>
                        <a:pt x="109231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" name="자유형: 도형 24">
                  <a:extLst>
                    <a:ext uri="{FF2B5EF4-FFF2-40B4-BE49-F238E27FC236}">
                      <a16:creationId xmlns:a16="http://schemas.microsoft.com/office/drawing/2014/main" id="{F86849F1-C38F-5CF7-A79E-FA73528F82C2}"/>
                    </a:ext>
                  </a:extLst>
                </p:cNvPr>
                <p:cNvSpPr/>
                <p:nvPr/>
              </p:nvSpPr>
              <p:spPr>
                <a:xfrm>
                  <a:off x="1592410" y="579947"/>
                  <a:ext cx="36271" cy="36271"/>
                </a:xfrm>
                <a:custGeom>
                  <a:avLst/>
                  <a:gdLst>
                    <a:gd name="connsiteX0" fmla="*/ 0 w 36271"/>
                    <a:gd name="connsiteY0" fmla="*/ 0 h 36271"/>
                    <a:gd name="connsiteX1" fmla="*/ 36271 w 36271"/>
                    <a:gd name="connsiteY1" fmla="*/ 0 h 36271"/>
                    <a:gd name="connsiteX2" fmla="*/ 36271 w 36271"/>
                    <a:gd name="connsiteY2" fmla="*/ 36271 h 36271"/>
                    <a:gd name="connsiteX3" fmla="*/ 0 w 36271"/>
                    <a:gd name="connsiteY3" fmla="*/ 36271 h 36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271" h="36271">
                      <a:moveTo>
                        <a:pt x="0" y="0"/>
                      </a:moveTo>
                      <a:lnTo>
                        <a:pt x="36271" y="0"/>
                      </a:lnTo>
                      <a:lnTo>
                        <a:pt x="36271" y="36271"/>
                      </a:lnTo>
                      <a:lnTo>
                        <a:pt x="0" y="36271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28C85691-89E9-D13F-056E-39691FDFE553}"/>
                  </a:ext>
                </a:extLst>
              </p:cNvPr>
              <p:cNvSpPr/>
              <p:nvPr/>
            </p:nvSpPr>
            <p:spPr>
              <a:xfrm>
                <a:off x="1592410" y="726704"/>
                <a:ext cx="36271" cy="36271"/>
              </a:xfrm>
              <a:custGeom>
                <a:avLst/>
                <a:gdLst>
                  <a:gd name="connsiteX0" fmla="*/ 0 w 36271"/>
                  <a:gd name="connsiteY0" fmla="*/ 0 h 36271"/>
                  <a:gd name="connsiteX1" fmla="*/ 36271 w 36271"/>
                  <a:gd name="connsiteY1" fmla="*/ 0 h 36271"/>
                  <a:gd name="connsiteX2" fmla="*/ 36271 w 36271"/>
                  <a:gd name="connsiteY2" fmla="*/ 36271 h 36271"/>
                  <a:gd name="connsiteX3" fmla="*/ 0 w 36271"/>
                  <a:gd name="connsiteY3" fmla="*/ 36271 h 3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271" h="36271">
                    <a:moveTo>
                      <a:pt x="0" y="0"/>
                    </a:moveTo>
                    <a:lnTo>
                      <a:pt x="36271" y="0"/>
                    </a:lnTo>
                    <a:lnTo>
                      <a:pt x="36271" y="36271"/>
                    </a:lnTo>
                    <a:lnTo>
                      <a:pt x="0" y="36271"/>
                    </a:lnTo>
                    <a:close/>
                  </a:path>
                </a:pathLst>
              </a:custGeom>
              <a:solidFill>
                <a:srgbClr val="F9D071"/>
              </a:solidFill>
              <a:ln w="1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5803DE4-06AF-0C03-D9B2-EF194C6FDCF8}"/>
              </a:ext>
            </a:extLst>
          </p:cNvPr>
          <p:cNvGrpSpPr/>
          <p:nvPr/>
        </p:nvGrpSpPr>
        <p:grpSpPr>
          <a:xfrm>
            <a:off x="8040216" y="3752067"/>
            <a:ext cx="3081182" cy="421124"/>
            <a:chOff x="7983370" y="3727749"/>
            <a:chExt cx="3259110" cy="445442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2D8527BF-DCB8-7B18-9508-E5D1CBA660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44272" y="3727749"/>
              <a:ext cx="445442" cy="445442"/>
            </a:xfrm>
            <a:prstGeom prst="rect">
              <a:avLst/>
            </a:prstGeom>
          </p:spPr>
        </p:pic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FE74A207-0227-6DF5-43FB-B2ADF0E8C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06942" y="3727749"/>
              <a:ext cx="445442" cy="445442"/>
            </a:xfrm>
            <a:prstGeom prst="rect">
              <a:avLst/>
            </a:prstGeom>
          </p:spPr>
        </p:pic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4F03301A-BCFD-8120-CA17-9581989261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62964" y="3727749"/>
              <a:ext cx="445442" cy="445442"/>
            </a:xfrm>
            <a:prstGeom prst="rect">
              <a:avLst/>
            </a:prstGeom>
          </p:spPr>
        </p:pic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AD87EE5D-60C4-514F-A50A-B220D9888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30001" y="3727749"/>
              <a:ext cx="445442" cy="445442"/>
            </a:xfrm>
            <a:prstGeom prst="rect">
              <a:avLst/>
            </a:prstGeom>
          </p:spPr>
        </p:pic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FC161F33-DC0F-99AE-8606-5F3FA731B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97038" y="3727749"/>
              <a:ext cx="445442" cy="445442"/>
            </a:xfrm>
            <a:prstGeom prst="rect">
              <a:avLst/>
            </a:prstGeom>
          </p:spPr>
        </p:pic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3D82DFAD-1386-B207-22D5-5F746E62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83370" y="3727749"/>
              <a:ext cx="445442" cy="445442"/>
            </a:xfrm>
            <a:prstGeom prst="rect">
              <a:avLst/>
            </a:prstGeom>
          </p:spPr>
        </p:pic>
      </p:grpSp>
      <p:pic>
        <p:nvPicPr>
          <p:cNvPr id="37" name="그래픽 36">
            <a:extLst>
              <a:ext uri="{FF2B5EF4-FFF2-40B4-BE49-F238E27FC236}">
                <a16:creationId xmlns:a16="http://schemas.microsoft.com/office/drawing/2014/main" id="{BD1C95CC-7DD8-C5F9-6ADB-CB31FCAC22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68189" y="3749006"/>
            <a:ext cx="425738" cy="425738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28FC1D83-CCA8-48C7-257B-9C52413A6F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448" y="314549"/>
            <a:ext cx="2747228" cy="2510966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26D53E8E-2445-B7CA-31B7-762FC551DB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930" y="3749006"/>
            <a:ext cx="425738" cy="42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31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85532E96-C9C6-2F1E-8C22-4E5BA983D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360" y="251879"/>
            <a:ext cx="11521280" cy="6354243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B1C0BAA8-C605-B35B-6E98-95C028B3C407}"/>
              </a:ext>
            </a:extLst>
          </p:cNvPr>
          <p:cNvGrpSpPr/>
          <p:nvPr/>
        </p:nvGrpSpPr>
        <p:grpSpPr>
          <a:xfrm>
            <a:off x="9048328" y="5877272"/>
            <a:ext cx="2374304" cy="328066"/>
            <a:chOff x="8040216" y="3749006"/>
            <a:chExt cx="3081182" cy="42573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3D0FDC1-ECDD-E6BD-9593-E54B4D89C1B2}"/>
                </a:ext>
              </a:extLst>
            </p:cNvPr>
            <p:cNvGrpSpPr/>
            <p:nvPr/>
          </p:nvGrpSpPr>
          <p:grpSpPr>
            <a:xfrm>
              <a:off x="8040216" y="3752067"/>
              <a:ext cx="3081182" cy="421124"/>
              <a:chOff x="7983370" y="3727749"/>
              <a:chExt cx="3259110" cy="445442"/>
            </a:xfrm>
          </p:grpSpPr>
          <p:pic>
            <p:nvPicPr>
              <p:cNvPr id="15" name="그래픽 14">
                <a:extLst>
                  <a:ext uri="{FF2B5EF4-FFF2-40B4-BE49-F238E27FC236}">
                    <a16:creationId xmlns:a16="http://schemas.microsoft.com/office/drawing/2014/main" id="{ECBE1841-0EBC-7577-8FF1-8AFC69B784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54427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6" name="그래픽 15">
                <a:extLst>
                  <a:ext uri="{FF2B5EF4-FFF2-40B4-BE49-F238E27FC236}">
                    <a16:creationId xmlns:a16="http://schemas.microsoft.com/office/drawing/2014/main" id="{C705766B-CFDA-8065-BD94-15510B06A7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10694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7" name="그래픽 16">
                <a:extLst>
                  <a:ext uri="{FF2B5EF4-FFF2-40B4-BE49-F238E27FC236}">
                    <a16:creationId xmlns:a16="http://schemas.microsoft.com/office/drawing/2014/main" id="{AF2FD5C9-39AE-BA53-95C0-1BF3B581C1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662964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8" name="그래픽 17">
                <a:extLst>
                  <a:ext uri="{FF2B5EF4-FFF2-40B4-BE49-F238E27FC236}">
                    <a16:creationId xmlns:a16="http://schemas.microsoft.com/office/drawing/2014/main" id="{7B8AC39C-B37D-FA19-3F30-DDCB48F9BF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230001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446AD7AD-BFB3-8DF9-60B2-F1160580AB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97038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938C1504-1993-9A34-CEA2-A0B89E32EF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983370" y="3727749"/>
                <a:ext cx="445442" cy="445442"/>
              </a:xfrm>
              <a:prstGeom prst="rect">
                <a:avLst/>
              </a:prstGeom>
            </p:spPr>
          </p:pic>
        </p:grp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CDEBDB7D-24FE-27F7-CF93-46ED61387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40216" y="3749006"/>
              <a:ext cx="425738" cy="425738"/>
            </a:xfrm>
            <a:prstGeom prst="rect">
              <a:avLst/>
            </a:prstGeom>
          </p:spPr>
        </p:pic>
      </p:grpSp>
      <p:pic>
        <p:nvPicPr>
          <p:cNvPr id="23" name="Picture 7">
            <a:extLst>
              <a:ext uri="{FF2B5EF4-FFF2-40B4-BE49-F238E27FC236}">
                <a16:creationId xmlns:a16="http://schemas.microsoft.com/office/drawing/2014/main" id="{70597E74-9CDF-48A5-F7B8-688FEB14ED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583358" y="4221088"/>
            <a:ext cx="2232248" cy="213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EBAC60DB-3331-3FBD-3C10-AA8E68A1B42E}"/>
              </a:ext>
            </a:extLst>
          </p:cNvPr>
          <p:cNvGrpSpPr/>
          <p:nvPr/>
        </p:nvGrpSpPr>
        <p:grpSpPr>
          <a:xfrm>
            <a:off x="691370" y="620600"/>
            <a:ext cx="4248472" cy="529990"/>
            <a:chOff x="691370" y="620600"/>
            <a:chExt cx="4248472" cy="529990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E42344E5-03C8-A719-75B6-A730F3EA2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1370" y="620600"/>
              <a:ext cx="4248472" cy="529990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911424" y="640074"/>
              <a:ext cx="17956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>
                  <a:latin typeface="페이퍼로지 7 Bold" pitchFamily="2" charset="-127"/>
                  <a:ea typeface="페이퍼로지 7 Bold" pitchFamily="2" charset="-127"/>
                </a:rPr>
                <a:t>2. OOP </a:t>
              </a:r>
              <a:r>
                <a:rPr lang="ko-KR" altLang="en-US" sz="2200" dirty="0">
                  <a:latin typeface="페이퍼로지 7 Bold" pitchFamily="2" charset="-127"/>
                  <a:ea typeface="페이퍼로지 7 Bold" pitchFamily="2" charset="-127"/>
                </a:rPr>
                <a:t>상속</a:t>
              </a:r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4C4D568-200C-2765-8B2F-0B86B9AA979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01" y="615296"/>
            <a:ext cx="1831829" cy="1674291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C97372C-F449-77E8-5777-D633722A3C2F}"/>
              </a:ext>
            </a:extLst>
          </p:cNvPr>
          <p:cNvSpPr/>
          <p:nvPr/>
        </p:nvSpPr>
        <p:spPr>
          <a:xfrm>
            <a:off x="5303912" y="1366021"/>
            <a:ext cx="100811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User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A6C7FE-BE51-F256-8A71-B59330A112AD}"/>
              </a:ext>
            </a:extLst>
          </p:cNvPr>
          <p:cNvSpPr/>
          <p:nvPr/>
        </p:nvSpPr>
        <p:spPr>
          <a:xfrm>
            <a:off x="2088115" y="1988840"/>
            <a:ext cx="216024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UserPlanService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560E09-2CC1-8103-A445-A46B9C0F6E26}"/>
              </a:ext>
            </a:extLst>
          </p:cNvPr>
          <p:cNvSpPr/>
          <p:nvPr/>
        </p:nvSpPr>
        <p:spPr>
          <a:xfrm>
            <a:off x="4534029" y="1988840"/>
            <a:ext cx="230425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UserPointService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FF12871-2EA7-2B46-6B63-5A8942EDB23A}"/>
              </a:ext>
            </a:extLst>
          </p:cNvPr>
          <p:cNvSpPr/>
          <p:nvPr/>
        </p:nvSpPr>
        <p:spPr>
          <a:xfrm>
            <a:off x="6997940" y="1988840"/>
            <a:ext cx="3024336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UserTamagotchiService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BF35AD6-F663-C731-8CBE-BB3040B9542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807968" y="1726061"/>
            <a:ext cx="0" cy="2627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761FC4F2-17DF-7A7F-4984-E0BC04F393D3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4356713" y="537584"/>
            <a:ext cx="262779" cy="263973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45D963EB-E89F-480F-87F1-36DDE46283C3}"/>
              </a:ext>
            </a:extLst>
          </p:cNvPr>
          <p:cNvCxnSpPr>
            <a:stCxn id="4" idx="2"/>
            <a:endCxn id="8" idx="0"/>
          </p:cNvCxnSpPr>
          <p:nvPr/>
        </p:nvCxnSpPr>
        <p:spPr>
          <a:xfrm rot="16200000" flipH="1">
            <a:off x="7027649" y="506380"/>
            <a:ext cx="262779" cy="270214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BCF2A94-EFE6-9B42-41BF-4CD49E55120D}"/>
              </a:ext>
            </a:extLst>
          </p:cNvPr>
          <p:cNvSpPr/>
          <p:nvPr/>
        </p:nvSpPr>
        <p:spPr>
          <a:xfrm>
            <a:off x="2088115" y="2559436"/>
            <a:ext cx="216024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Week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1091A6BF-437B-94B3-C1EB-0B662DC19778}"/>
              </a:ext>
            </a:extLst>
          </p:cNvPr>
          <p:cNvCxnSpPr>
            <a:stCxn id="5" idx="2"/>
            <a:endCxn id="56" idx="0"/>
          </p:cNvCxnSpPr>
          <p:nvPr/>
        </p:nvCxnSpPr>
        <p:spPr>
          <a:xfrm>
            <a:off x="3168235" y="2348880"/>
            <a:ext cx="0" cy="2105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6CF4FE3-5FF4-5F9E-F128-205FE8C7B740}"/>
              </a:ext>
            </a:extLst>
          </p:cNvPr>
          <p:cNvSpPr/>
          <p:nvPr/>
        </p:nvSpPr>
        <p:spPr>
          <a:xfrm>
            <a:off x="7429988" y="2556542"/>
            <a:ext cx="216024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Tamagotchi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59D3C9F-539D-6378-55EE-276F73097CD2}"/>
              </a:ext>
            </a:extLst>
          </p:cNvPr>
          <p:cNvCxnSpPr>
            <a:stCxn id="8" idx="2"/>
            <a:endCxn id="61" idx="0"/>
          </p:cNvCxnSpPr>
          <p:nvPr/>
        </p:nvCxnSpPr>
        <p:spPr>
          <a:xfrm>
            <a:off x="8510108" y="2348880"/>
            <a:ext cx="0" cy="207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9C26BF0-0CA3-3736-319F-19B45F86E149}"/>
              </a:ext>
            </a:extLst>
          </p:cNvPr>
          <p:cNvSpPr/>
          <p:nvPr/>
        </p:nvSpPr>
        <p:spPr>
          <a:xfrm>
            <a:off x="2088115" y="3124244"/>
            <a:ext cx="216024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Task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8A2D536-D247-77B9-F46B-AA188C51FF05}"/>
              </a:ext>
            </a:extLst>
          </p:cNvPr>
          <p:cNvSpPr/>
          <p:nvPr/>
        </p:nvSpPr>
        <p:spPr>
          <a:xfrm>
            <a:off x="7243441" y="3124244"/>
            <a:ext cx="253333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TamagotchiState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6469B361-D714-3F1A-280D-8F653C794B47}"/>
              </a:ext>
            </a:extLst>
          </p:cNvPr>
          <p:cNvCxnSpPr>
            <a:stCxn id="56" idx="2"/>
            <a:endCxn id="65" idx="0"/>
          </p:cNvCxnSpPr>
          <p:nvPr/>
        </p:nvCxnSpPr>
        <p:spPr>
          <a:xfrm>
            <a:off x="3168235" y="2919476"/>
            <a:ext cx="0" cy="2047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59079F24-FF92-9947-BE6A-E8144883D29B}"/>
              </a:ext>
            </a:extLst>
          </p:cNvPr>
          <p:cNvCxnSpPr>
            <a:stCxn id="61" idx="2"/>
            <a:endCxn id="67" idx="0"/>
          </p:cNvCxnSpPr>
          <p:nvPr/>
        </p:nvCxnSpPr>
        <p:spPr>
          <a:xfrm>
            <a:off x="8510108" y="2916582"/>
            <a:ext cx="0" cy="2076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9EA25AA-DE33-026B-811C-6D65DDDF2D24}"/>
              </a:ext>
            </a:extLst>
          </p:cNvPr>
          <p:cNvSpPr/>
          <p:nvPr/>
        </p:nvSpPr>
        <p:spPr>
          <a:xfrm>
            <a:off x="9820765" y="3691946"/>
            <a:ext cx="100811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Hungry</a:t>
            </a:r>
            <a:endParaRPr lang="ko-KR" altLang="en-US" sz="1600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4AF8C2A0-E1FA-64B0-ABAB-621C0B4A2DCF}"/>
              </a:ext>
            </a:extLst>
          </p:cNvPr>
          <p:cNvSpPr/>
          <p:nvPr/>
        </p:nvSpPr>
        <p:spPr>
          <a:xfrm>
            <a:off x="7403077" y="3691946"/>
            <a:ext cx="100811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Sad</a:t>
            </a:r>
            <a:endParaRPr lang="ko-KR" altLang="en-US" sz="1600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65154EE2-0D1D-0C8F-80E1-FF93F2ED54C1}"/>
              </a:ext>
            </a:extLst>
          </p:cNvPr>
          <p:cNvSpPr/>
          <p:nvPr/>
        </p:nvSpPr>
        <p:spPr>
          <a:xfrm>
            <a:off x="6194233" y="3691946"/>
            <a:ext cx="100811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Haapy</a:t>
            </a:r>
            <a:endParaRPr lang="ko-KR" altLang="en-US" sz="1600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DB092FE-A50C-CCF0-95A9-E0022B150794}"/>
              </a:ext>
            </a:extLst>
          </p:cNvPr>
          <p:cNvSpPr/>
          <p:nvPr/>
        </p:nvSpPr>
        <p:spPr>
          <a:xfrm>
            <a:off x="8617664" y="3691946"/>
            <a:ext cx="100811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Normal</a:t>
            </a:r>
            <a:endParaRPr lang="ko-KR" altLang="en-US" sz="1600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0BB9AF5-8183-EED5-5529-7B6DA8493864}"/>
              </a:ext>
            </a:extLst>
          </p:cNvPr>
          <p:cNvCxnSpPr>
            <a:stCxn id="67" idx="2"/>
            <a:endCxn id="76" idx="0"/>
          </p:cNvCxnSpPr>
          <p:nvPr/>
        </p:nvCxnSpPr>
        <p:spPr>
          <a:xfrm flipH="1">
            <a:off x="7907133" y="3484284"/>
            <a:ext cx="602975" cy="2076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7551F0BB-1180-711B-6247-F26C0E8A0A5A}"/>
              </a:ext>
            </a:extLst>
          </p:cNvPr>
          <p:cNvCxnSpPr>
            <a:stCxn id="67" idx="2"/>
            <a:endCxn id="78" idx="0"/>
          </p:cNvCxnSpPr>
          <p:nvPr/>
        </p:nvCxnSpPr>
        <p:spPr>
          <a:xfrm>
            <a:off x="8510108" y="3484284"/>
            <a:ext cx="611612" cy="2076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8A3DDC28-E02A-98A7-A1A8-21D4D58F8EAF}"/>
              </a:ext>
            </a:extLst>
          </p:cNvPr>
          <p:cNvCxnSpPr>
            <a:stCxn id="67" idx="2"/>
            <a:endCxn id="77" idx="0"/>
          </p:cNvCxnSpPr>
          <p:nvPr/>
        </p:nvCxnSpPr>
        <p:spPr>
          <a:xfrm flipH="1">
            <a:off x="6698289" y="3484284"/>
            <a:ext cx="1811819" cy="2076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9AC8832-6ED1-9B36-3A5D-3C3831AF75AA}"/>
              </a:ext>
            </a:extLst>
          </p:cNvPr>
          <p:cNvCxnSpPr>
            <a:stCxn id="67" idx="2"/>
            <a:endCxn id="74" idx="0"/>
          </p:cNvCxnSpPr>
          <p:nvPr/>
        </p:nvCxnSpPr>
        <p:spPr>
          <a:xfrm>
            <a:off x="8510108" y="3484284"/>
            <a:ext cx="1814713" cy="2076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BFE9C9C5-DDEE-A6BA-4D94-14549F9C3412}"/>
              </a:ext>
            </a:extLst>
          </p:cNvPr>
          <p:cNvSpPr/>
          <p:nvPr/>
        </p:nvSpPr>
        <p:spPr>
          <a:xfrm>
            <a:off x="839416" y="3708329"/>
            <a:ext cx="216024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TaskCreat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D047439-1523-1B61-E2AE-5BBD7EDCE8AA}"/>
              </a:ext>
            </a:extLst>
          </p:cNvPr>
          <p:cNvSpPr/>
          <p:nvPr/>
        </p:nvSpPr>
        <p:spPr>
          <a:xfrm>
            <a:off x="3206131" y="3729779"/>
            <a:ext cx="2160240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TaskUpdate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7E4D0148-FDEF-1B58-3274-AA0DB4A24596}"/>
              </a:ext>
            </a:extLst>
          </p:cNvPr>
          <p:cNvCxnSpPr>
            <a:stCxn id="65" idx="2"/>
            <a:endCxn id="87" idx="0"/>
          </p:cNvCxnSpPr>
          <p:nvPr/>
        </p:nvCxnSpPr>
        <p:spPr>
          <a:xfrm flipH="1">
            <a:off x="1919536" y="3484284"/>
            <a:ext cx="1248699" cy="2240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BAA71344-CA38-0DAC-4BDE-6D906700625D}"/>
              </a:ext>
            </a:extLst>
          </p:cNvPr>
          <p:cNvCxnSpPr>
            <a:stCxn id="65" idx="2"/>
            <a:endCxn id="88" idx="0"/>
          </p:cNvCxnSpPr>
          <p:nvPr/>
        </p:nvCxnSpPr>
        <p:spPr>
          <a:xfrm>
            <a:off x="3168235" y="3484284"/>
            <a:ext cx="1118016" cy="2454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AF19041F-B7B5-CC32-C1DD-1C46EA8846B1}"/>
              </a:ext>
            </a:extLst>
          </p:cNvPr>
          <p:cNvGrpSpPr/>
          <p:nvPr/>
        </p:nvGrpSpPr>
        <p:grpSpPr>
          <a:xfrm>
            <a:off x="2867624" y="4436589"/>
            <a:ext cx="6128685" cy="2023829"/>
            <a:chOff x="1323975" y="2514688"/>
            <a:chExt cx="9543573" cy="1824362"/>
          </a:xfrm>
        </p:grpSpPr>
        <p:sp>
          <p:nvSpPr>
            <p:cNvPr id="101" name="자유형: 도형 100">
              <a:extLst>
                <a:ext uri="{FF2B5EF4-FFF2-40B4-BE49-F238E27FC236}">
                  <a16:creationId xmlns:a16="http://schemas.microsoft.com/office/drawing/2014/main" id="{3AAA9171-DFD7-47B2-D624-51C3E57702BD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2" name="자유형: 도형 101">
              <a:extLst>
                <a:ext uri="{FF2B5EF4-FFF2-40B4-BE49-F238E27FC236}">
                  <a16:creationId xmlns:a16="http://schemas.microsoft.com/office/drawing/2014/main" id="{98ECBAA1-E0F7-458B-9F73-96899F2E036B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C5E90CED-D6CF-CFFF-F1C4-E32641EB58EF}"/>
              </a:ext>
            </a:extLst>
          </p:cNvPr>
          <p:cNvSpPr txBox="1"/>
          <p:nvPr/>
        </p:nvSpPr>
        <p:spPr>
          <a:xfrm>
            <a:off x="3156564" y="4789053"/>
            <a:ext cx="5603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사용자를 기준으로 서비스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-&gt; </a:t>
            </a: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TodoList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Tamagotchi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기능으로 상속 한 후       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   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세부 기능들 분류하여 상속</a:t>
            </a:r>
          </a:p>
        </p:txBody>
      </p:sp>
    </p:spTree>
    <p:extLst>
      <p:ext uri="{BB962C8B-B14F-4D97-AF65-F5344CB8AC3E}">
        <p14:creationId xmlns:p14="http://schemas.microsoft.com/office/powerpoint/2010/main" val="4220102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F12A2-75D9-FE6D-E255-73D7DF483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6CD01CCB-F277-3025-AD7C-D05DC464D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360" y="251879"/>
            <a:ext cx="11521280" cy="6354243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0CA30EAD-CF6F-1FBF-C6A2-D30F45C8A50D}"/>
              </a:ext>
            </a:extLst>
          </p:cNvPr>
          <p:cNvGrpSpPr/>
          <p:nvPr/>
        </p:nvGrpSpPr>
        <p:grpSpPr>
          <a:xfrm>
            <a:off x="9048328" y="5877272"/>
            <a:ext cx="2374304" cy="328066"/>
            <a:chOff x="8040216" y="3749006"/>
            <a:chExt cx="3081182" cy="42573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714455C-F468-F29C-39A7-ED25B9DF3FFD}"/>
                </a:ext>
              </a:extLst>
            </p:cNvPr>
            <p:cNvGrpSpPr/>
            <p:nvPr/>
          </p:nvGrpSpPr>
          <p:grpSpPr>
            <a:xfrm>
              <a:off x="8040216" y="3752067"/>
              <a:ext cx="3081182" cy="421124"/>
              <a:chOff x="7983370" y="3727749"/>
              <a:chExt cx="3259110" cy="445442"/>
            </a:xfrm>
          </p:grpSpPr>
          <p:pic>
            <p:nvPicPr>
              <p:cNvPr id="15" name="그래픽 14">
                <a:extLst>
                  <a:ext uri="{FF2B5EF4-FFF2-40B4-BE49-F238E27FC236}">
                    <a16:creationId xmlns:a16="http://schemas.microsoft.com/office/drawing/2014/main" id="{648C18B5-9BE2-5681-BE5C-0CC89FEFF1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54427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6" name="그래픽 15">
                <a:extLst>
                  <a:ext uri="{FF2B5EF4-FFF2-40B4-BE49-F238E27FC236}">
                    <a16:creationId xmlns:a16="http://schemas.microsoft.com/office/drawing/2014/main" id="{261B37C2-3C83-7BE2-BCE5-8B87869059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10694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7" name="그래픽 16">
                <a:extLst>
                  <a:ext uri="{FF2B5EF4-FFF2-40B4-BE49-F238E27FC236}">
                    <a16:creationId xmlns:a16="http://schemas.microsoft.com/office/drawing/2014/main" id="{7813A98C-19CC-7A62-BB41-9DB2D56F84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662964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8" name="그래픽 17">
                <a:extLst>
                  <a:ext uri="{FF2B5EF4-FFF2-40B4-BE49-F238E27FC236}">
                    <a16:creationId xmlns:a16="http://schemas.microsoft.com/office/drawing/2014/main" id="{168F648D-6A68-8B5A-615F-023A1CD13C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230001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3D91697E-442B-3D47-C3AB-0531D8D58A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97038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5F018809-29C1-A794-CF4B-86940969CB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983370" y="3727749"/>
                <a:ext cx="445442" cy="445442"/>
              </a:xfrm>
              <a:prstGeom prst="rect">
                <a:avLst/>
              </a:prstGeom>
            </p:spPr>
          </p:pic>
        </p:grp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7C55DED5-3312-5ACF-F88C-5C20181E0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40216" y="3749006"/>
              <a:ext cx="425738" cy="425738"/>
            </a:xfrm>
            <a:prstGeom prst="rect">
              <a:avLst/>
            </a:prstGeom>
          </p:spPr>
        </p:pic>
      </p:grpSp>
      <p:pic>
        <p:nvPicPr>
          <p:cNvPr id="23" name="Picture 7">
            <a:extLst>
              <a:ext uri="{FF2B5EF4-FFF2-40B4-BE49-F238E27FC236}">
                <a16:creationId xmlns:a16="http://schemas.microsoft.com/office/drawing/2014/main" id="{871A9FAA-4E7B-D498-23EE-C617B3D8A7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583358" y="4221088"/>
            <a:ext cx="2232248" cy="213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71D5392A-8316-5CB6-F178-D4BA2EBAE482}"/>
              </a:ext>
            </a:extLst>
          </p:cNvPr>
          <p:cNvGrpSpPr/>
          <p:nvPr/>
        </p:nvGrpSpPr>
        <p:grpSpPr>
          <a:xfrm>
            <a:off x="691370" y="620600"/>
            <a:ext cx="4248472" cy="529990"/>
            <a:chOff x="691370" y="620600"/>
            <a:chExt cx="4248472" cy="529990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325433E4-422B-3FEA-F013-8F880DA14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1370" y="620600"/>
              <a:ext cx="4248472" cy="52999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C910D23-23E1-1A59-ACAD-C17D8D166265}"/>
                </a:ext>
              </a:extLst>
            </p:cNvPr>
            <p:cNvSpPr txBox="1"/>
            <p:nvPr/>
          </p:nvSpPr>
          <p:spPr>
            <a:xfrm>
              <a:off x="911424" y="640074"/>
              <a:ext cx="319510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>
                  <a:latin typeface="페이퍼로지 7 Bold" pitchFamily="2" charset="-127"/>
                  <a:ea typeface="페이퍼로지 7 Bold" pitchFamily="2" charset="-127"/>
                </a:rPr>
                <a:t>2. </a:t>
              </a:r>
              <a:r>
                <a:rPr lang="en-US" altLang="ko-KR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OOP </a:t>
              </a:r>
              <a:r>
                <a:rPr lang="ko-KR" altLang="en-US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캡슐화</a:t>
              </a:r>
              <a:r>
                <a:rPr lang="en-US" altLang="ko-KR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&amp;</a:t>
              </a:r>
              <a:r>
                <a:rPr lang="ko-KR" altLang="en-US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추상화</a:t>
              </a:r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B6E82B5E-279A-05BB-BA92-8F047BC17B7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01" y="615296"/>
            <a:ext cx="1831829" cy="1674291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5C1F5E22-2410-7145-266F-BC00141CE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91" y="1418923"/>
            <a:ext cx="3017488" cy="481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81548F4-26E8-02AF-4ABD-61473A885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725" y="1425814"/>
            <a:ext cx="3194257" cy="479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668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036DB-82E4-E5B0-8D64-BC0B2BB46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667C7A14-3972-3A6B-5E09-640BCC8EC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360" y="251879"/>
            <a:ext cx="11521280" cy="6354243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2B0BFEA7-61D9-51A5-F282-01AC009814F8}"/>
              </a:ext>
            </a:extLst>
          </p:cNvPr>
          <p:cNvGrpSpPr/>
          <p:nvPr/>
        </p:nvGrpSpPr>
        <p:grpSpPr>
          <a:xfrm>
            <a:off x="9048328" y="5877272"/>
            <a:ext cx="2374304" cy="328066"/>
            <a:chOff x="8040216" y="3749006"/>
            <a:chExt cx="3081182" cy="42573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29C8F94-E072-D111-6E10-02ECF672B447}"/>
                </a:ext>
              </a:extLst>
            </p:cNvPr>
            <p:cNvGrpSpPr/>
            <p:nvPr/>
          </p:nvGrpSpPr>
          <p:grpSpPr>
            <a:xfrm>
              <a:off x="8040216" y="3752067"/>
              <a:ext cx="3081182" cy="421124"/>
              <a:chOff x="7983370" y="3727749"/>
              <a:chExt cx="3259110" cy="445442"/>
            </a:xfrm>
          </p:grpSpPr>
          <p:pic>
            <p:nvPicPr>
              <p:cNvPr id="15" name="그래픽 14">
                <a:extLst>
                  <a:ext uri="{FF2B5EF4-FFF2-40B4-BE49-F238E27FC236}">
                    <a16:creationId xmlns:a16="http://schemas.microsoft.com/office/drawing/2014/main" id="{628CF0E7-CD67-5DF3-A2A5-F7628AB54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54427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6" name="그래픽 15">
                <a:extLst>
                  <a:ext uri="{FF2B5EF4-FFF2-40B4-BE49-F238E27FC236}">
                    <a16:creationId xmlns:a16="http://schemas.microsoft.com/office/drawing/2014/main" id="{6C83574A-5E09-0DDE-A5F9-AEB3186123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10694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7" name="그래픽 16">
                <a:extLst>
                  <a:ext uri="{FF2B5EF4-FFF2-40B4-BE49-F238E27FC236}">
                    <a16:creationId xmlns:a16="http://schemas.microsoft.com/office/drawing/2014/main" id="{8EFE46D0-3466-88AA-817B-4239A21781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662964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8" name="그래픽 17">
                <a:extLst>
                  <a:ext uri="{FF2B5EF4-FFF2-40B4-BE49-F238E27FC236}">
                    <a16:creationId xmlns:a16="http://schemas.microsoft.com/office/drawing/2014/main" id="{5C9FEB9E-5F2E-2E31-3033-47D344F560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230001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AF4608C9-F6E9-7510-E500-75D5C36DDD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97038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20205BF7-1CE7-E0CF-6F60-03BA0C086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983370" y="3727749"/>
                <a:ext cx="445442" cy="445442"/>
              </a:xfrm>
              <a:prstGeom prst="rect">
                <a:avLst/>
              </a:prstGeom>
            </p:spPr>
          </p:pic>
        </p:grp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EFD5599A-F5A3-2CA6-3148-C7F333C59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40216" y="3749006"/>
              <a:ext cx="425738" cy="425738"/>
            </a:xfrm>
            <a:prstGeom prst="rect">
              <a:avLst/>
            </a:prstGeom>
          </p:spPr>
        </p:pic>
      </p:grpSp>
      <p:pic>
        <p:nvPicPr>
          <p:cNvPr id="23" name="Picture 7">
            <a:extLst>
              <a:ext uri="{FF2B5EF4-FFF2-40B4-BE49-F238E27FC236}">
                <a16:creationId xmlns:a16="http://schemas.microsoft.com/office/drawing/2014/main" id="{8806BBEC-B85B-4DB7-43D8-0F31A4ED7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583358" y="4221088"/>
            <a:ext cx="2232248" cy="213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B9838904-01A6-1D1D-B017-54A29D359BC7}"/>
              </a:ext>
            </a:extLst>
          </p:cNvPr>
          <p:cNvGrpSpPr/>
          <p:nvPr/>
        </p:nvGrpSpPr>
        <p:grpSpPr>
          <a:xfrm>
            <a:off x="691370" y="620600"/>
            <a:ext cx="4248472" cy="529990"/>
            <a:chOff x="691370" y="620600"/>
            <a:chExt cx="4248472" cy="529990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CE251D33-719E-121F-4FE9-0A5618D738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1370" y="620600"/>
              <a:ext cx="4248472" cy="52999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A0E1C74-2903-8CE7-F0BA-317A6960C580}"/>
                </a:ext>
              </a:extLst>
            </p:cNvPr>
            <p:cNvSpPr txBox="1"/>
            <p:nvPr/>
          </p:nvSpPr>
          <p:spPr>
            <a:xfrm>
              <a:off x="911424" y="640074"/>
              <a:ext cx="295465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>
                  <a:latin typeface="페이퍼로지 7 Bold" pitchFamily="2" charset="-127"/>
                  <a:ea typeface="페이퍼로지 7 Bold" pitchFamily="2" charset="-127"/>
                </a:rPr>
                <a:t>2. </a:t>
              </a:r>
              <a:r>
                <a:rPr lang="en-US" altLang="ko-KR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OOP </a:t>
              </a:r>
              <a:r>
                <a:rPr lang="ko-KR" altLang="en-US" sz="22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다형성</a:t>
              </a:r>
              <a:r>
                <a:rPr lang="en-US" altLang="ko-KR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	</a:t>
              </a:r>
              <a:endParaRPr lang="ko-KR" altLang="en-US" sz="2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512547E6-CFEC-DA13-598D-93325F9BB34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01" y="615296"/>
            <a:ext cx="1831829" cy="167429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3313F67-318F-B70E-A857-8B266B84379F}"/>
              </a:ext>
            </a:extLst>
          </p:cNvPr>
          <p:cNvSpPr/>
          <p:nvPr/>
        </p:nvSpPr>
        <p:spPr>
          <a:xfrm>
            <a:off x="5231904" y="1988840"/>
            <a:ext cx="1008112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State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A64460-7163-E33B-4C6D-17305FD7274C}"/>
              </a:ext>
            </a:extLst>
          </p:cNvPr>
          <p:cNvSpPr/>
          <p:nvPr/>
        </p:nvSpPr>
        <p:spPr>
          <a:xfrm>
            <a:off x="1584628" y="2635281"/>
            <a:ext cx="20162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SadState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DFE6FBF-310B-2BD6-C26C-1EAFE4878BA1}"/>
              </a:ext>
            </a:extLst>
          </p:cNvPr>
          <p:cNvSpPr/>
          <p:nvPr/>
        </p:nvSpPr>
        <p:spPr>
          <a:xfrm>
            <a:off x="3678682" y="2636912"/>
            <a:ext cx="20162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HappyState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B30C431-7D27-C402-F946-75F27BE3866E}"/>
              </a:ext>
            </a:extLst>
          </p:cNvPr>
          <p:cNvSpPr/>
          <p:nvPr/>
        </p:nvSpPr>
        <p:spPr>
          <a:xfrm>
            <a:off x="5772736" y="2636912"/>
            <a:ext cx="20162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HungryState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78A5CDB-F790-0D36-3B03-A94E38117857}"/>
              </a:ext>
            </a:extLst>
          </p:cNvPr>
          <p:cNvSpPr/>
          <p:nvPr/>
        </p:nvSpPr>
        <p:spPr>
          <a:xfrm>
            <a:off x="7863894" y="2635281"/>
            <a:ext cx="2016224" cy="360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페이퍼로지 7 Bold" charset="-127"/>
                <a:ea typeface="페이퍼로지 7 Bold" charset="-127"/>
              </a:rPr>
              <a:t>NormalState</a:t>
            </a:r>
            <a:endParaRPr lang="ko-KR" altLang="en-US" dirty="0">
              <a:solidFill>
                <a:schemeClr val="tx1"/>
              </a:solidFill>
              <a:latin typeface="페이퍼로지 7 Bold" charset="-127"/>
              <a:ea typeface="페이퍼로지 7 Bold" charset="-127"/>
            </a:endParaRPr>
          </a:p>
        </p:txBody>
      </p: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B647E239-468C-6BEE-875D-C4C5A59A5257}"/>
              </a:ext>
            </a:extLst>
          </p:cNvPr>
          <p:cNvCxnSpPr>
            <a:stCxn id="12" idx="2"/>
            <a:endCxn id="40" idx="0"/>
          </p:cNvCxnSpPr>
          <p:nvPr/>
        </p:nvCxnSpPr>
        <p:spPr>
          <a:xfrm rot="5400000">
            <a:off x="5067361" y="1968313"/>
            <a:ext cx="288032" cy="104916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22436F40-C1C5-57B7-1833-0226306F3093}"/>
              </a:ext>
            </a:extLst>
          </p:cNvPr>
          <p:cNvCxnSpPr>
            <a:stCxn id="12" idx="2"/>
            <a:endCxn id="41" idx="0"/>
          </p:cNvCxnSpPr>
          <p:nvPr/>
        </p:nvCxnSpPr>
        <p:spPr>
          <a:xfrm rot="16200000" flipH="1">
            <a:off x="6114388" y="1970452"/>
            <a:ext cx="288032" cy="1044888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05B7F3E2-E816-2267-B35F-C8F75B6969F1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rot="5400000">
            <a:off x="4021150" y="920470"/>
            <a:ext cx="286401" cy="3143220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BF0366E0-5E8B-EB28-65F9-65B7E4D397B5}"/>
              </a:ext>
            </a:extLst>
          </p:cNvPr>
          <p:cNvCxnSpPr>
            <a:stCxn id="12" idx="2"/>
            <a:endCxn id="44" idx="0"/>
          </p:cNvCxnSpPr>
          <p:nvPr/>
        </p:nvCxnSpPr>
        <p:spPr>
          <a:xfrm rot="16200000" flipH="1">
            <a:off x="7160783" y="924057"/>
            <a:ext cx="286401" cy="313604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F3E2D28-EF7E-930F-3157-464635490EB5}"/>
              </a:ext>
            </a:extLst>
          </p:cNvPr>
          <p:cNvGrpSpPr/>
          <p:nvPr/>
        </p:nvGrpSpPr>
        <p:grpSpPr>
          <a:xfrm>
            <a:off x="2867624" y="4436589"/>
            <a:ext cx="6128685" cy="2023829"/>
            <a:chOff x="1323975" y="2514688"/>
            <a:chExt cx="9543573" cy="1824362"/>
          </a:xfrm>
        </p:grpSpPr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9163F5D-50B0-20D7-53E3-A0FF4BD0602D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97157FB7-3FD6-5B11-A23A-9413C737228C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B2A7D9B-232D-5AC4-9DD3-BE43783BEE94}"/>
              </a:ext>
            </a:extLst>
          </p:cNvPr>
          <p:cNvSpPr txBox="1"/>
          <p:nvPr/>
        </p:nvSpPr>
        <p:spPr>
          <a:xfrm>
            <a:off x="3086572" y="5104796"/>
            <a:ext cx="57854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다마고치의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여러 감정 상태를  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다형성을 이용하여 상태를 나타냈어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!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8694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BAB02-DB0E-CB21-C33B-13ADC0D9B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3320A02D-5AF4-80B6-620C-3C7A78739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360" y="251879"/>
            <a:ext cx="11521280" cy="6354243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13D6495B-A0AC-BBAA-6A48-0C71D7F18978}"/>
              </a:ext>
            </a:extLst>
          </p:cNvPr>
          <p:cNvGrpSpPr/>
          <p:nvPr/>
        </p:nvGrpSpPr>
        <p:grpSpPr>
          <a:xfrm>
            <a:off x="9048328" y="5877272"/>
            <a:ext cx="2374304" cy="328066"/>
            <a:chOff x="8040216" y="3749006"/>
            <a:chExt cx="3081182" cy="42573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D49CC41-9E9F-9F08-B91C-3B4544F7AEBB}"/>
                </a:ext>
              </a:extLst>
            </p:cNvPr>
            <p:cNvGrpSpPr/>
            <p:nvPr/>
          </p:nvGrpSpPr>
          <p:grpSpPr>
            <a:xfrm>
              <a:off x="8040216" y="3752067"/>
              <a:ext cx="3081182" cy="421124"/>
              <a:chOff x="7983370" y="3727749"/>
              <a:chExt cx="3259110" cy="445442"/>
            </a:xfrm>
          </p:grpSpPr>
          <p:pic>
            <p:nvPicPr>
              <p:cNvPr id="15" name="그래픽 14">
                <a:extLst>
                  <a:ext uri="{FF2B5EF4-FFF2-40B4-BE49-F238E27FC236}">
                    <a16:creationId xmlns:a16="http://schemas.microsoft.com/office/drawing/2014/main" id="{DC055FD2-05D8-806D-8B92-65E0BBE5B0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54427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6" name="그래픽 15">
                <a:extLst>
                  <a:ext uri="{FF2B5EF4-FFF2-40B4-BE49-F238E27FC236}">
                    <a16:creationId xmlns:a16="http://schemas.microsoft.com/office/drawing/2014/main" id="{94610BBB-0A29-77AB-9799-0B0CA46024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10694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7" name="그래픽 16">
                <a:extLst>
                  <a:ext uri="{FF2B5EF4-FFF2-40B4-BE49-F238E27FC236}">
                    <a16:creationId xmlns:a16="http://schemas.microsoft.com/office/drawing/2014/main" id="{2F40FADF-5BFD-CB58-5BB5-59B6A42061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662964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8" name="그래픽 17">
                <a:extLst>
                  <a:ext uri="{FF2B5EF4-FFF2-40B4-BE49-F238E27FC236}">
                    <a16:creationId xmlns:a16="http://schemas.microsoft.com/office/drawing/2014/main" id="{62E3AFCE-8C01-D0A5-0FE4-8D4825DEA8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230001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D20DA1E5-5599-CF4F-ACFA-56D546206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97038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7D2EF260-477C-F058-99BB-1B9B9BB6CE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983370" y="3727749"/>
                <a:ext cx="445442" cy="445442"/>
              </a:xfrm>
              <a:prstGeom prst="rect">
                <a:avLst/>
              </a:prstGeom>
            </p:spPr>
          </p:pic>
        </p:grp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FD3160AF-BEE9-5E2E-E22D-9D63393E6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40216" y="3749006"/>
              <a:ext cx="425738" cy="425738"/>
            </a:xfrm>
            <a:prstGeom prst="rect">
              <a:avLst/>
            </a:prstGeom>
          </p:spPr>
        </p:pic>
      </p:grpSp>
      <p:pic>
        <p:nvPicPr>
          <p:cNvPr id="23" name="Picture 7">
            <a:extLst>
              <a:ext uri="{FF2B5EF4-FFF2-40B4-BE49-F238E27FC236}">
                <a16:creationId xmlns:a16="http://schemas.microsoft.com/office/drawing/2014/main" id="{BCD60128-094F-A36C-EA08-5C28EE58D2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583358" y="4221088"/>
            <a:ext cx="2232248" cy="213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DECF8B9C-9E79-85D6-2C13-2619C819A478}"/>
              </a:ext>
            </a:extLst>
          </p:cNvPr>
          <p:cNvGrpSpPr/>
          <p:nvPr/>
        </p:nvGrpSpPr>
        <p:grpSpPr>
          <a:xfrm>
            <a:off x="691370" y="620600"/>
            <a:ext cx="4248472" cy="529990"/>
            <a:chOff x="691370" y="620600"/>
            <a:chExt cx="4248472" cy="529990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8E699A63-07DC-1303-54BB-D5D9680E4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1370" y="620600"/>
              <a:ext cx="4248472" cy="52999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535DCCB-CB10-3CE2-A26A-0B0A17EBC07F}"/>
                </a:ext>
              </a:extLst>
            </p:cNvPr>
            <p:cNvSpPr txBox="1"/>
            <p:nvPr/>
          </p:nvSpPr>
          <p:spPr>
            <a:xfrm>
              <a:off x="911424" y="640074"/>
              <a:ext cx="2954655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>
                  <a:latin typeface="페이퍼로지 7 Bold" pitchFamily="2" charset="-127"/>
                  <a:ea typeface="페이퍼로지 7 Bold" pitchFamily="2" charset="-127"/>
                </a:rPr>
                <a:t>2. </a:t>
              </a:r>
              <a:r>
                <a:rPr lang="en-US" altLang="ko-KR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OOP SOLID!	</a:t>
              </a:r>
              <a:endParaRPr lang="ko-KR" altLang="en-US" sz="2200" dirty="0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516C0364-51DB-5267-CA8D-766889716B1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801" y="615296"/>
            <a:ext cx="1831829" cy="1674291"/>
          </a:xfrm>
          <a:prstGeom prst="rect">
            <a:avLst/>
          </a:prstGeom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A97E44CE-1907-479B-F1A1-CFB1CB69FBD0}"/>
              </a:ext>
            </a:extLst>
          </p:cNvPr>
          <p:cNvGrpSpPr/>
          <p:nvPr/>
        </p:nvGrpSpPr>
        <p:grpSpPr>
          <a:xfrm>
            <a:off x="2867624" y="4436589"/>
            <a:ext cx="6128685" cy="2023829"/>
            <a:chOff x="1323975" y="2514688"/>
            <a:chExt cx="9543573" cy="1824362"/>
          </a:xfrm>
        </p:grpSpPr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FB4E858C-6652-043F-1047-941D4E41A780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DEE089B8-9C8D-10B3-43A0-1FCA32CC4189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44BA3A30-4C47-F775-1693-B2A3383B5134}"/>
              </a:ext>
            </a:extLst>
          </p:cNvPr>
          <p:cNvSpPr txBox="1"/>
          <p:nvPr/>
        </p:nvSpPr>
        <p:spPr>
          <a:xfrm>
            <a:off x="3063604" y="5287734"/>
            <a:ext cx="5785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우리는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SOLID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원칙도 잘 지키면서 코딩 했다고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!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4EB564-381F-5C6E-3FC6-26916C6E9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1327822"/>
            <a:ext cx="4380504" cy="291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말풍선: 타원형 1">
            <a:extLst>
              <a:ext uri="{FF2B5EF4-FFF2-40B4-BE49-F238E27FC236}">
                <a16:creationId xmlns:a16="http://schemas.microsoft.com/office/drawing/2014/main" id="{C58AF078-A454-8F4C-99D9-762D21F5F6A8}"/>
              </a:ext>
            </a:extLst>
          </p:cNvPr>
          <p:cNvSpPr/>
          <p:nvPr/>
        </p:nvSpPr>
        <p:spPr>
          <a:xfrm>
            <a:off x="7090113" y="652662"/>
            <a:ext cx="2232248" cy="881967"/>
          </a:xfrm>
          <a:prstGeom prst="wedgeEllipseCallout">
            <a:avLst>
              <a:gd name="adj1" fmla="val -33357"/>
              <a:gd name="adj2" fmla="val 7438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나 불렀어</a:t>
            </a:r>
            <a:r>
              <a:rPr lang="en-US" altLang="ko-KR" dirty="0">
                <a:solidFill>
                  <a:schemeClr val="tx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?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1AD1141-F5B4-5AB4-FE72-61810224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801" y="4512255"/>
            <a:ext cx="1226432" cy="1226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3841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8B85-85BA-4362-E80A-04977C641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그룹 70">
            <a:extLst>
              <a:ext uri="{FF2B5EF4-FFF2-40B4-BE49-F238E27FC236}">
                <a16:creationId xmlns:a16="http://schemas.microsoft.com/office/drawing/2014/main" id="{0C38A7B2-FF17-1FD1-8A0D-D1243E9C49C9}"/>
              </a:ext>
            </a:extLst>
          </p:cNvPr>
          <p:cNvGrpSpPr/>
          <p:nvPr/>
        </p:nvGrpSpPr>
        <p:grpSpPr>
          <a:xfrm>
            <a:off x="516525" y="474715"/>
            <a:ext cx="4422193" cy="683393"/>
            <a:chOff x="516525" y="524064"/>
            <a:chExt cx="4422193" cy="68339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F445B820-DBDC-AA7A-52B5-500D4ABA2B47}"/>
                </a:ext>
              </a:extLst>
            </p:cNvPr>
            <p:cNvSpPr/>
            <p:nvPr/>
          </p:nvSpPr>
          <p:spPr>
            <a:xfrm>
              <a:off x="1789642" y="604179"/>
              <a:ext cx="2722182" cy="127974"/>
            </a:xfrm>
            <a:prstGeom prst="rect">
              <a:avLst/>
            </a:prstGeom>
            <a:solidFill>
              <a:srgbClr val="01A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F0910862-672A-A9BD-F762-7A83FA8643B0}"/>
                </a:ext>
              </a:extLst>
            </p:cNvPr>
            <p:cNvGrpSpPr/>
            <p:nvPr/>
          </p:nvGrpSpPr>
          <p:grpSpPr>
            <a:xfrm>
              <a:off x="516525" y="524064"/>
              <a:ext cx="4422193" cy="683393"/>
              <a:chOff x="4186237" y="3133725"/>
              <a:chExt cx="3816096" cy="588073"/>
            </a:xfrm>
            <a:solidFill>
              <a:schemeClr val="tx1"/>
            </a:solidFill>
          </p:grpSpPr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F85B2CC9-F3C7-63C2-BC06-0AE258F8CF47}"/>
                  </a:ext>
                </a:extLst>
              </p:cNvPr>
              <p:cNvSpPr/>
              <p:nvPr/>
            </p:nvSpPr>
            <p:spPr>
              <a:xfrm>
                <a:off x="4186237" y="3133725"/>
                <a:ext cx="3816096" cy="588073"/>
              </a:xfrm>
              <a:custGeom>
                <a:avLst/>
                <a:gdLst>
                  <a:gd name="connsiteX0" fmla="*/ 3703891 w 3816096"/>
                  <a:gd name="connsiteY0" fmla="*/ 539020 h 588073"/>
                  <a:gd name="connsiteX1" fmla="*/ 3703891 w 3816096"/>
                  <a:gd name="connsiteY1" fmla="*/ 478060 h 588073"/>
                  <a:gd name="connsiteX2" fmla="*/ 3611404 w 3816096"/>
                  <a:gd name="connsiteY2" fmla="*/ 478060 h 588073"/>
                  <a:gd name="connsiteX3" fmla="*/ 3611404 w 3816096"/>
                  <a:gd name="connsiteY3" fmla="*/ 440246 h 588073"/>
                  <a:gd name="connsiteX4" fmla="*/ 3518821 w 3816096"/>
                  <a:gd name="connsiteY4" fmla="*/ 440246 h 588073"/>
                  <a:gd name="connsiteX5" fmla="*/ 3518821 w 3816096"/>
                  <a:gd name="connsiteY5" fmla="*/ 405670 h 588073"/>
                  <a:gd name="connsiteX6" fmla="*/ 3426238 w 3816096"/>
                  <a:gd name="connsiteY6" fmla="*/ 405670 h 588073"/>
                  <a:gd name="connsiteX7" fmla="*/ 3426238 w 3816096"/>
                  <a:gd name="connsiteY7" fmla="*/ 539020 h 588073"/>
                  <a:gd name="connsiteX8" fmla="*/ 310420 w 3816096"/>
                  <a:gd name="connsiteY8" fmla="*/ 539020 h 588073"/>
                  <a:gd name="connsiteX9" fmla="*/ 310420 w 3816096"/>
                  <a:gd name="connsiteY9" fmla="*/ 511874 h 588073"/>
                  <a:gd name="connsiteX10" fmla="*/ 270605 w 3816096"/>
                  <a:gd name="connsiteY10" fmla="*/ 511874 h 588073"/>
                  <a:gd name="connsiteX11" fmla="*/ 270605 w 3816096"/>
                  <a:gd name="connsiteY11" fmla="*/ 475869 h 588073"/>
                  <a:gd name="connsiteX12" fmla="*/ 230791 w 3816096"/>
                  <a:gd name="connsiteY12" fmla="*/ 475869 h 588073"/>
                  <a:gd name="connsiteX13" fmla="*/ 230791 w 3816096"/>
                  <a:gd name="connsiteY13" fmla="*/ 439865 h 588073"/>
                  <a:gd name="connsiteX14" fmla="*/ 198977 w 3816096"/>
                  <a:gd name="connsiteY14" fmla="*/ 439865 h 588073"/>
                  <a:gd name="connsiteX15" fmla="*/ 198977 w 3816096"/>
                  <a:gd name="connsiteY15" fmla="*/ 0 h 588073"/>
                  <a:gd name="connsiteX16" fmla="*/ 0 w 3816096"/>
                  <a:gd name="connsiteY16" fmla="*/ 0 h 588073"/>
                  <a:gd name="connsiteX17" fmla="*/ 0 w 3816096"/>
                  <a:gd name="connsiteY17" fmla="*/ 511874 h 588073"/>
                  <a:gd name="connsiteX18" fmla="*/ 31814 w 3816096"/>
                  <a:gd name="connsiteY18" fmla="*/ 511874 h 588073"/>
                  <a:gd name="connsiteX19" fmla="*/ 31814 w 3816096"/>
                  <a:gd name="connsiteY19" fmla="*/ 551974 h 588073"/>
                  <a:gd name="connsiteX20" fmla="*/ 71628 w 3816096"/>
                  <a:gd name="connsiteY20" fmla="*/ 551974 h 588073"/>
                  <a:gd name="connsiteX21" fmla="*/ 71628 w 3816096"/>
                  <a:gd name="connsiteY21" fmla="*/ 588074 h 588073"/>
                  <a:gd name="connsiteX22" fmla="*/ 255842 w 3816096"/>
                  <a:gd name="connsiteY22" fmla="*/ 588074 h 588073"/>
                  <a:gd name="connsiteX23" fmla="*/ 270605 w 3816096"/>
                  <a:gd name="connsiteY23" fmla="*/ 588074 h 588073"/>
                  <a:gd name="connsiteX24" fmla="*/ 3426238 w 3816096"/>
                  <a:gd name="connsiteY24" fmla="*/ 588074 h 588073"/>
                  <a:gd name="connsiteX25" fmla="*/ 3518821 w 3816096"/>
                  <a:gd name="connsiteY25" fmla="*/ 588074 h 588073"/>
                  <a:gd name="connsiteX26" fmla="*/ 3611404 w 3816096"/>
                  <a:gd name="connsiteY26" fmla="*/ 588074 h 588073"/>
                  <a:gd name="connsiteX27" fmla="*/ 3703891 w 3816096"/>
                  <a:gd name="connsiteY27" fmla="*/ 588074 h 588073"/>
                  <a:gd name="connsiteX28" fmla="*/ 3816096 w 3816096"/>
                  <a:gd name="connsiteY28" fmla="*/ 588074 h 588073"/>
                  <a:gd name="connsiteX29" fmla="*/ 3816096 w 3816096"/>
                  <a:gd name="connsiteY29" fmla="*/ 539020 h 588073"/>
                  <a:gd name="connsiteX30" fmla="*/ 3703891 w 3816096"/>
                  <a:gd name="connsiteY30" fmla="*/ 539020 h 58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816096" h="588073">
                    <a:moveTo>
                      <a:pt x="3703891" y="539020"/>
                    </a:moveTo>
                    <a:lnTo>
                      <a:pt x="3703891" y="478060"/>
                    </a:lnTo>
                    <a:lnTo>
                      <a:pt x="3611404" y="478060"/>
                    </a:lnTo>
                    <a:lnTo>
                      <a:pt x="3611404" y="440246"/>
                    </a:lnTo>
                    <a:lnTo>
                      <a:pt x="3518821" y="440246"/>
                    </a:lnTo>
                    <a:lnTo>
                      <a:pt x="3518821" y="405670"/>
                    </a:lnTo>
                    <a:lnTo>
                      <a:pt x="3426238" y="405670"/>
                    </a:lnTo>
                    <a:lnTo>
                      <a:pt x="3426238" y="539020"/>
                    </a:lnTo>
                    <a:lnTo>
                      <a:pt x="310420" y="539020"/>
                    </a:lnTo>
                    <a:lnTo>
                      <a:pt x="310420" y="511874"/>
                    </a:lnTo>
                    <a:lnTo>
                      <a:pt x="270605" y="511874"/>
                    </a:lnTo>
                    <a:lnTo>
                      <a:pt x="270605" y="475869"/>
                    </a:lnTo>
                    <a:lnTo>
                      <a:pt x="230791" y="475869"/>
                    </a:lnTo>
                    <a:lnTo>
                      <a:pt x="230791" y="439865"/>
                    </a:lnTo>
                    <a:lnTo>
                      <a:pt x="198977" y="439865"/>
                    </a:lnTo>
                    <a:lnTo>
                      <a:pt x="198977" y="0"/>
                    </a:lnTo>
                    <a:lnTo>
                      <a:pt x="0" y="0"/>
                    </a:lnTo>
                    <a:lnTo>
                      <a:pt x="0" y="511874"/>
                    </a:lnTo>
                    <a:lnTo>
                      <a:pt x="31814" y="511874"/>
                    </a:lnTo>
                    <a:lnTo>
                      <a:pt x="31814" y="551974"/>
                    </a:lnTo>
                    <a:lnTo>
                      <a:pt x="71628" y="551974"/>
                    </a:lnTo>
                    <a:lnTo>
                      <a:pt x="71628" y="588074"/>
                    </a:lnTo>
                    <a:lnTo>
                      <a:pt x="255842" y="588074"/>
                    </a:lnTo>
                    <a:lnTo>
                      <a:pt x="270605" y="588074"/>
                    </a:lnTo>
                    <a:lnTo>
                      <a:pt x="3426238" y="588074"/>
                    </a:lnTo>
                    <a:lnTo>
                      <a:pt x="3518821" y="588074"/>
                    </a:lnTo>
                    <a:lnTo>
                      <a:pt x="3611404" y="588074"/>
                    </a:lnTo>
                    <a:lnTo>
                      <a:pt x="3703891" y="588074"/>
                    </a:lnTo>
                    <a:lnTo>
                      <a:pt x="3816096" y="588074"/>
                    </a:lnTo>
                    <a:lnTo>
                      <a:pt x="3816096" y="539020"/>
                    </a:lnTo>
                    <a:lnTo>
                      <a:pt x="3703891" y="5390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329B625A-DFC8-BB25-6C44-D0C70F070573}"/>
                  </a:ext>
                </a:extLst>
              </p:cNvPr>
              <p:cNvSpPr/>
              <p:nvPr/>
            </p:nvSpPr>
            <p:spPr>
              <a:xfrm>
                <a:off x="4521898" y="3133725"/>
                <a:ext cx="3321938" cy="259365"/>
              </a:xfrm>
              <a:custGeom>
                <a:avLst/>
                <a:gdLst>
                  <a:gd name="connsiteX0" fmla="*/ 724472 w 3321938"/>
                  <a:gd name="connsiteY0" fmla="*/ 259366 h 259365"/>
                  <a:gd name="connsiteX1" fmla="*/ 3092196 w 3321938"/>
                  <a:gd name="connsiteY1" fmla="*/ 259366 h 259365"/>
                  <a:gd name="connsiteX2" fmla="*/ 3286220 w 3321938"/>
                  <a:gd name="connsiteY2" fmla="*/ 259366 h 259365"/>
                  <a:gd name="connsiteX3" fmla="*/ 3321939 w 3321938"/>
                  <a:gd name="connsiteY3" fmla="*/ 259366 h 259365"/>
                  <a:gd name="connsiteX4" fmla="*/ 3321939 w 3321938"/>
                  <a:gd name="connsiteY4" fmla="*/ 0 h 259365"/>
                  <a:gd name="connsiteX5" fmla="*/ 3092196 w 3321938"/>
                  <a:gd name="connsiteY5" fmla="*/ 0 h 259365"/>
                  <a:gd name="connsiteX6" fmla="*/ 3092196 w 3321938"/>
                  <a:gd name="connsiteY6" fmla="*/ 221075 h 259365"/>
                  <a:gd name="connsiteX7" fmla="*/ 776573 w 3321938"/>
                  <a:gd name="connsiteY7" fmla="*/ 221075 h 259365"/>
                  <a:gd name="connsiteX8" fmla="*/ 776573 w 3321938"/>
                  <a:gd name="connsiteY8" fmla="*/ 3429 h 259365"/>
                  <a:gd name="connsiteX9" fmla="*/ 0 w 3321938"/>
                  <a:gd name="connsiteY9" fmla="*/ 3429 h 259365"/>
                  <a:gd name="connsiteX10" fmla="*/ 0 w 3321938"/>
                  <a:gd name="connsiteY10" fmla="*/ 259366 h 259365"/>
                  <a:gd name="connsiteX11" fmla="*/ 724472 w 3321938"/>
                  <a:gd name="connsiteY11" fmla="*/ 259366 h 259365"/>
                  <a:gd name="connsiteX12" fmla="*/ 724472 w 3321938"/>
                  <a:gd name="connsiteY12" fmla="*/ 259366 h 25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21938" h="259365">
                    <a:moveTo>
                      <a:pt x="724472" y="259366"/>
                    </a:moveTo>
                    <a:lnTo>
                      <a:pt x="3092196" y="259366"/>
                    </a:lnTo>
                    <a:lnTo>
                      <a:pt x="3286220" y="259366"/>
                    </a:lnTo>
                    <a:lnTo>
                      <a:pt x="3321939" y="259366"/>
                    </a:lnTo>
                    <a:lnTo>
                      <a:pt x="3321939" y="0"/>
                    </a:lnTo>
                    <a:lnTo>
                      <a:pt x="3092196" y="0"/>
                    </a:lnTo>
                    <a:lnTo>
                      <a:pt x="3092196" y="221075"/>
                    </a:lnTo>
                    <a:lnTo>
                      <a:pt x="776573" y="221075"/>
                    </a:lnTo>
                    <a:lnTo>
                      <a:pt x="776573" y="3429"/>
                    </a:lnTo>
                    <a:lnTo>
                      <a:pt x="0" y="3429"/>
                    </a:lnTo>
                    <a:lnTo>
                      <a:pt x="0" y="259366"/>
                    </a:lnTo>
                    <a:lnTo>
                      <a:pt x="724472" y="259366"/>
                    </a:lnTo>
                    <a:lnTo>
                      <a:pt x="724472" y="2593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B2207D2E-A059-A8AA-5D0E-4BBBA13F4CB3}"/>
                </a:ext>
              </a:extLst>
            </p:cNvPr>
            <p:cNvGrpSpPr/>
            <p:nvPr/>
          </p:nvGrpSpPr>
          <p:grpSpPr>
            <a:xfrm>
              <a:off x="983432" y="579947"/>
              <a:ext cx="645249" cy="183028"/>
              <a:chOff x="983432" y="579947"/>
              <a:chExt cx="645249" cy="183028"/>
            </a:xfrm>
          </p:grpSpPr>
          <p:grpSp>
            <p:nvGrpSpPr>
              <p:cNvPr id="75" name="그래픽 17">
                <a:extLst>
                  <a:ext uri="{FF2B5EF4-FFF2-40B4-BE49-F238E27FC236}">
                    <a16:creationId xmlns:a16="http://schemas.microsoft.com/office/drawing/2014/main" id="{821F7F92-1F43-3DF5-C149-8069B107C911}"/>
                  </a:ext>
                </a:extLst>
              </p:cNvPr>
              <p:cNvGrpSpPr/>
              <p:nvPr/>
            </p:nvGrpSpPr>
            <p:grpSpPr>
              <a:xfrm>
                <a:off x="983432" y="579947"/>
                <a:ext cx="645249" cy="183028"/>
                <a:chOff x="983432" y="579947"/>
                <a:chExt cx="645249" cy="183028"/>
              </a:xfrm>
              <a:solidFill>
                <a:srgbClr val="F9D071"/>
              </a:solidFill>
            </p:grpSpPr>
            <p:sp>
              <p:nvSpPr>
                <p:cNvPr id="77" name="자유형: 도형 76">
                  <a:extLst>
                    <a:ext uri="{FF2B5EF4-FFF2-40B4-BE49-F238E27FC236}">
                      <a16:creationId xmlns:a16="http://schemas.microsoft.com/office/drawing/2014/main" id="{52DE6CB0-580B-C857-98E8-4CB51228C3DB}"/>
                    </a:ext>
                  </a:extLst>
                </p:cNvPr>
                <p:cNvSpPr/>
                <p:nvPr/>
              </p:nvSpPr>
              <p:spPr>
                <a:xfrm>
                  <a:off x="983432" y="579947"/>
                  <a:ext cx="219090" cy="183028"/>
                </a:xfrm>
                <a:custGeom>
                  <a:avLst/>
                  <a:gdLst>
                    <a:gd name="connsiteX0" fmla="*/ 164527 w 219090"/>
                    <a:gd name="connsiteY0" fmla="*/ 86863 h 183028"/>
                    <a:gd name="connsiteX1" fmla="*/ 109231 w 219090"/>
                    <a:gd name="connsiteY1" fmla="*/ 86863 h 183028"/>
                    <a:gd name="connsiteX2" fmla="*/ 109231 w 219090"/>
                    <a:gd name="connsiteY2" fmla="*/ 0 h 183028"/>
                    <a:gd name="connsiteX3" fmla="*/ 0 w 219090"/>
                    <a:gd name="connsiteY3" fmla="*/ 0 h 183028"/>
                    <a:gd name="connsiteX4" fmla="*/ 0 w 219090"/>
                    <a:gd name="connsiteY4" fmla="*/ 183028 h 183028"/>
                    <a:gd name="connsiteX5" fmla="*/ 109231 w 219090"/>
                    <a:gd name="connsiteY5" fmla="*/ 183028 h 183028"/>
                    <a:gd name="connsiteX6" fmla="*/ 109231 w 219090"/>
                    <a:gd name="connsiteY6" fmla="*/ 130033 h 183028"/>
                    <a:gd name="connsiteX7" fmla="*/ 164527 w 219090"/>
                    <a:gd name="connsiteY7" fmla="*/ 130033 h 183028"/>
                    <a:gd name="connsiteX8" fmla="*/ 164527 w 219090"/>
                    <a:gd name="connsiteY8" fmla="*/ 183028 h 183028"/>
                    <a:gd name="connsiteX9" fmla="*/ 219090 w 219090"/>
                    <a:gd name="connsiteY9" fmla="*/ 183028 h 183028"/>
                    <a:gd name="connsiteX10" fmla="*/ 219090 w 219090"/>
                    <a:gd name="connsiteY10" fmla="*/ 0 h 183028"/>
                    <a:gd name="connsiteX11" fmla="*/ 164527 w 219090"/>
                    <a:gd name="connsiteY11" fmla="*/ 0 h 183028"/>
                    <a:gd name="connsiteX12" fmla="*/ 164527 w 219090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9090" h="183028">
                      <a:moveTo>
                        <a:pt x="164527" y="86863"/>
                      </a:moveTo>
                      <a:lnTo>
                        <a:pt x="109231" y="86863"/>
                      </a:lnTo>
                      <a:lnTo>
                        <a:pt x="109231" y="0"/>
                      </a:ln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164527" y="130033"/>
                      </a:lnTo>
                      <a:lnTo>
                        <a:pt x="164527" y="183028"/>
                      </a:lnTo>
                      <a:lnTo>
                        <a:pt x="219090" y="183028"/>
                      </a:lnTo>
                      <a:lnTo>
                        <a:pt x="219090" y="0"/>
                      </a:lnTo>
                      <a:lnTo>
                        <a:pt x="164527" y="0"/>
                      </a:lnTo>
                      <a:lnTo>
                        <a:pt x="164527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8" name="자유형: 도형 77">
                  <a:extLst>
                    <a:ext uri="{FF2B5EF4-FFF2-40B4-BE49-F238E27FC236}">
                      <a16:creationId xmlns:a16="http://schemas.microsoft.com/office/drawing/2014/main" id="{49E9096F-7571-90E0-FF32-8D8578BB1C1F}"/>
                    </a:ext>
                  </a:extLst>
                </p:cNvPr>
                <p:cNvSpPr/>
                <p:nvPr/>
              </p:nvSpPr>
              <p:spPr>
                <a:xfrm>
                  <a:off x="1249141" y="579947"/>
                  <a:ext cx="217417" cy="183028"/>
                </a:xfrm>
                <a:custGeom>
                  <a:avLst/>
                  <a:gdLst>
                    <a:gd name="connsiteX0" fmla="*/ 211460 w 217417"/>
                    <a:gd name="connsiteY0" fmla="*/ 0 h 183028"/>
                    <a:gd name="connsiteX1" fmla="*/ 0 w 217417"/>
                    <a:gd name="connsiteY1" fmla="*/ 0 h 183028"/>
                    <a:gd name="connsiteX2" fmla="*/ 0 w 217417"/>
                    <a:gd name="connsiteY2" fmla="*/ 183028 h 183028"/>
                    <a:gd name="connsiteX3" fmla="*/ 109231 w 217417"/>
                    <a:gd name="connsiteY3" fmla="*/ 183028 h 183028"/>
                    <a:gd name="connsiteX4" fmla="*/ 109231 w 217417"/>
                    <a:gd name="connsiteY4" fmla="*/ 130033 h 183028"/>
                    <a:gd name="connsiteX5" fmla="*/ 217418 w 217417"/>
                    <a:gd name="connsiteY5" fmla="*/ 130033 h 183028"/>
                    <a:gd name="connsiteX6" fmla="*/ 217418 w 217417"/>
                    <a:gd name="connsiteY6" fmla="*/ 0 h 183028"/>
                    <a:gd name="connsiteX7" fmla="*/ 211564 w 217417"/>
                    <a:gd name="connsiteY7" fmla="*/ 0 h 183028"/>
                    <a:gd name="connsiteX8" fmla="*/ 109231 w 217417"/>
                    <a:gd name="connsiteY8" fmla="*/ 86863 h 183028"/>
                    <a:gd name="connsiteX9" fmla="*/ 109231 w 217417"/>
                    <a:gd name="connsiteY9" fmla="*/ 43170 h 183028"/>
                    <a:gd name="connsiteX10" fmla="*/ 162750 w 217417"/>
                    <a:gd name="connsiteY10" fmla="*/ 43170 h 183028"/>
                    <a:gd name="connsiteX11" fmla="*/ 162750 w 217417"/>
                    <a:gd name="connsiteY11" fmla="*/ 86863 h 183028"/>
                    <a:gd name="connsiteX12" fmla="*/ 109231 w 217417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417" h="183028">
                      <a:moveTo>
                        <a:pt x="211460" y="0"/>
                      </a:move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217418" y="130033"/>
                      </a:lnTo>
                      <a:lnTo>
                        <a:pt x="217418" y="0"/>
                      </a:lnTo>
                      <a:lnTo>
                        <a:pt x="211564" y="0"/>
                      </a:lnTo>
                      <a:close/>
                      <a:moveTo>
                        <a:pt x="109231" y="86863"/>
                      </a:moveTo>
                      <a:lnTo>
                        <a:pt x="109231" y="43170"/>
                      </a:lnTo>
                      <a:lnTo>
                        <a:pt x="162750" y="43170"/>
                      </a:lnTo>
                      <a:lnTo>
                        <a:pt x="162750" y="86863"/>
                      </a:lnTo>
                      <a:lnTo>
                        <a:pt x="109231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78194595-D5AD-A67A-7F0F-A6850DB18D04}"/>
                    </a:ext>
                  </a:extLst>
                </p:cNvPr>
                <p:cNvSpPr/>
                <p:nvPr/>
              </p:nvSpPr>
              <p:spPr>
                <a:xfrm>
                  <a:off x="1592410" y="579947"/>
                  <a:ext cx="36271" cy="36271"/>
                </a:xfrm>
                <a:custGeom>
                  <a:avLst/>
                  <a:gdLst>
                    <a:gd name="connsiteX0" fmla="*/ 0 w 36271"/>
                    <a:gd name="connsiteY0" fmla="*/ 0 h 36271"/>
                    <a:gd name="connsiteX1" fmla="*/ 36271 w 36271"/>
                    <a:gd name="connsiteY1" fmla="*/ 0 h 36271"/>
                    <a:gd name="connsiteX2" fmla="*/ 36271 w 36271"/>
                    <a:gd name="connsiteY2" fmla="*/ 36271 h 36271"/>
                    <a:gd name="connsiteX3" fmla="*/ 0 w 36271"/>
                    <a:gd name="connsiteY3" fmla="*/ 36271 h 36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271" h="36271">
                      <a:moveTo>
                        <a:pt x="0" y="0"/>
                      </a:moveTo>
                      <a:lnTo>
                        <a:pt x="36271" y="0"/>
                      </a:lnTo>
                      <a:lnTo>
                        <a:pt x="36271" y="36271"/>
                      </a:lnTo>
                      <a:lnTo>
                        <a:pt x="0" y="36271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B90085FA-E0BA-D56F-94DA-9F1DF69A2AF6}"/>
                  </a:ext>
                </a:extLst>
              </p:cNvPr>
              <p:cNvSpPr/>
              <p:nvPr/>
            </p:nvSpPr>
            <p:spPr>
              <a:xfrm>
                <a:off x="1592410" y="726704"/>
                <a:ext cx="36271" cy="36271"/>
              </a:xfrm>
              <a:custGeom>
                <a:avLst/>
                <a:gdLst>
                  <a:gd name="connsiteX0" fmla="*/ 0 w 36271"/>
                  <a:gd name="connsiteY0" fmla="*/ 0 h 36271"/>
                  <a:gd name="connsiteX1" fmla="*/ 36271 w 36271"/>
                  <a:gd name="connsiteY1" fmla="*/ 0 h 36271"/>
                  <a:gd name="connsiteX2" fmla="*/ 36271 w 36271"/>
                  <a:gd name="connsiteY2" fmla="*/ 36271 h 36271"/>
                  <a:gd name="connsiteX3" fmla="*/ 0 w 36271"/>
                  <a:gd name="connsiteY3" fmla="*/ 36271 h 3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271" h="36271">
                    <a:moveTo>
                      <a:pt x="0" y="0"/>
                    </a:moveTo>
                    <a:lnTo>
                      <a:pt x="36271" y="0"/>
                    </a:lnTo>
                    <a:lnTo>
                      <a:pt x="36271" y="36271"/>
                    </a:lnTo>
                    <a:lnTo>
                      <a:pt x="0" y="36271"/>
                    </a:lnTo>
                    <a:close/>
                  </a:path>
                </a:pathLst>
              </a:custGeom>
              <a:solidFill>
                <a:srgbClr val="F9D071"/>
              </a:solidFill>
              <a:ln w="1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pic>
        <p:nvPicPr>
          <p:cNvPr id="48" name="Picture 7">
            <a:extLst>
              <a:ext uri="{FF2B5EF4-FFF2-40B4-BE49-F238E27FC236}">
                <a16:creationId xmlns:a16="http://schemas.microsoft.com/office/drawing/2014/main" id="{715FBE51-930A-AA3A-7587-973470E014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407368" y="1730144"/>
            <a:ext cx="2807323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24744156-7307-84C9-022B-7C20D8EEC841}"/>
              </a:ext>
            </a:extLst>
          </p:cNvPr>
          <p:cNvSpPr/>
          <p:nvPr/>
        </p:nvSpPr>
        <p:spPr>
          <a:xfrm flipH="1">
            <a:off x="7253282" y="3720406"/>
            <a:ext cx="4434640" cy="683393"/>
          </a:xfrm>
          <a:custGeom>
            <a:avLst/>
            <a:gdLst>
              <a:gd name="connsiteX0" fmla="*/ 3703891 w 3816096"/>
              <a:gd name="connsiteY0" fmla="*/ 539020 h 588073"/>
              <a:gd name="connsiteX1" fmla="*/ 3703891 w 3816096"/>
              <a:gd name="connsiteY1" fmla="*/ 478060 h 588073"/>
              <a:gd name="connsiteX2" fmla="*/ 3611404 w 3816096"/>
              <a:gd name="connsiteY2" fmla="*/ 478060 h 588073"/>
              <a:gd name="connsiteX3" fmla="*/ 3611404 w 3816096"/>
              <a:gd name="connsiteY3" fmla="*/ 440246 h 588073"/>
              <a:gd name="connsiteX4" fmla="*/ 3518821 w 3816096"/>
              <a:gd name="connsiteY4" fmla="*/ 440246 h 588073"/>
              <a:gd name="connsiteX5" fmla="*/ 3518821 w 3816096"/>
              <a:gd name="connsiteY5" fmla="*/ 405670 h 588073"/>
              <a:gd name="connsiteX6" fmla="*/ 3426238 w 3816096"/>
              <a:gd name="connsiteY6" fmla="*/ 405670 h 588073"/>
              <a:gd name="connsiteX7" fmla="*/ 3426238 w 3816096"/>
              <a:gd name="connsiteY7" fmla="*/ 539020 h 588073"/>
              <a:gd name="connsiteX8" fmla="*/ 310420 w 3816096"/>
              <a:gd name="connsiteY8" fmla="*/ 539020 h 588073"/>
              <a:gd name="connsiteX9" fmla="*/ 310420 w 3816096"/>
              <a:gd name="connsiteY9" fmla="*/ 511874 h 588073"/>
              <a:gd name="connsiteX10" fmla="*/ 270605 w 3816096"/>
              <a:gd name="connsiteY10" fmla="*/ 511874 h 588073"/>
              <a:gd name="connsiteX11" fmla="*/ 270605 w 3816096"/>
              <a:gd name="connsiteY11" fmla="*/ 475869 h 588073"/>
              <a:gd name="connsiteX12" fmla="*/ 230791 w 3816096"/>
              <a:gd name="connsiteY12" fmla="*/ 475869 h 588073"/>
              <a:gd name="connsiteX13" fmla="*/ 230791 w 3816096"/>
              <a:gd name="connsiteY13" fmla="*/ 439865 h 588073"/>
              <a:gd name="connsiteX14" fmla="*/ 198977 w 3816096"/>
              <a:gd name="connsiteY14" fmla="*/ 439865 h 588073"/>
              <a:gd name="connsiteX15" fmla="*/ 198977 w 3816096"/>
              <a:gd name="connsiteY15" fmla="*/ 0 h 588073"/>
              <a:gd name="connsiteX16" fmla="*/ 0 w 3816096"/>
              <a:gd name="connsiteY16" fmla="*/ 0 h 588073"/>
              <a:gd name="connsiteX17" fmla="*/ 0 w 3816096"/>
              <a:gd name="connsiteY17" fmla="*/ 511874 h 588073"/>
              <a:gd name="connsiteX18" fmla="*/ 31814 w 3816096"/>
              <a:gd name="connsiteY18" fmla="*/ 511874 h 588073"/>
              <a:gd name="connsiteX19" fmla="*/ 31814 w 3816096"/>
              <a:gd name="connsiteY19" fmla="*/ 551974 h 588073"/>
              <a:gd name="connsiteX20" fmla="*/ 71628 w 3816096"/>
              <a:gd name="connsiteY20" fmla="*/ 551974 h 588073"/>
              <a:gd name="connsiteX21" fmla="*/ 71628 w 3816096"/>
              <a:gd name="connsiteY21" fmla="*/ 588074 h 588073"/>
              <a:gd name="connsiteX22" fmla="*/ 255842 w 3816096"/>
              <a:gd name="connsiteY22" fmla="*/ 588074 h 588073"/>
              <a:gd name="connsiteX23" fmla="*/ 270605 w 3816096"/>
              <a:gd name="connsiteY23" fmla="*/ 588074 h 588073"/>
              <a:gd name="connsiteX24" fmla="*/ 3426238 w 3816096"/>
              <a:gd name="connsiteY24" fmla="*/ 588074 h 588073"/>
              <a:gd name="connsiteX25" fmla="*/ 3518821 w 3816096"/>
              <a:gd name="connsiteY25" fmla="*/ 588074 h 588073"/>
              <a:gd name="connsiteX26" fmla="*/ 3611404 w 3816096"/>
              <a:gd name="connsiteY26" fmla="*/ 588074 h 588073"/>
              <a:gd name="connsiteX27" fmla="*/ 3703891 w 3816096"/>
              <a:gd name="connsiteY27" fmla="*/ 588074 h 588073"/>
              <a:gd name="connsiteX28" fmla="*/ 3816096 w 3816096"/>
              <a:gd name="connsiteY28" fmla="*/ 588074 h 588073"/>
              <a:gd name="connsiteX29" fmla="*/ 3816096 w 3816096"/>
              <a:gd name="connsiteY29" fmla="*/ 539020 h 588073"/>
              <a:gd name="connsiteX30" fmla="*/ 3703891 w 3816096"/>
              <a:gd name="connsiteY30" fmla="*/ 539020 h 58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6096" h="588073">
                <a:moveTo>
                  <a:pt x="3703891" y="539020"/>
                </a:moveTo>
                <a:lnTo>
                  <a:pt x="3703891" y="478060"/>
                </a:lnTo>
                <a:lnTo>
                  <a:pt x="3611404" y="478060"/>
                </a:lnTo>
                <a:lnTo>
                  <a:pt x="3611404" y="440246"/>
                </a:lnTo>
                <a:lnTo>
                  <a:pt x="3518821" y="440246"/>
                </a:lnTo>
                <a:lnTo>
                  <a:pt x="3518821" y="405670"/>
                </a:lnTo>
                <a:lnTo>
                  <a:pt x="3426238" y="405670"/>
                </a:lnTo>
                <a:lnTo>
                  <a:pt x="3426238" y="539020"/>
                </a:lnTo>
                <a:lnTo>
                  <a:pt x="310420" y="539020"/>
                </a:lnTo>
                <a:lnTo>
                  <a:pt x="310420" y="511874"/>
                </a:lnTo>
                <a:lnTo>
                  <a:pt x="270605" y="511874"/>
                </a:lnTo>
                <a:lnTo>
                  <a:pt x="270605" y="475869"/>
                </a:lnTo>
                <a:lnTo>
                  <a:pt x="230791" y="475869"/>
                </a:lnTo>
                <a:lnTo>
                  <a:pt x="230791" y="439865"/>
                </a:lnTo>
                <a:lnTo>
                  <a:pt x="198977" y="439865"/>
                </a:lnTo>
                <a:lnTo>
                  <a:pt x="198977" y="0"/>
                </a:lnTo>
                <a:lnTo>
                  <a:pt x="0" y="0"/>
                </a:lnTo>
                <a:lnTo>
                  <a:pt x="0" y="511874"/>
                </a:lnTo>
                <a:lnTo>
                  <a:pt x="31814" y="511874"/>
                </a:lnTo>
                <a:lnTo>
                  <a:pt x="31814" y="551974"/>
                </a:lnTo>
                <a:lnTo>
                  <a:pt x="71628" y="551974"/>
                </a:lnTo>
                <a:lnTo>
                  <a:pt x="71628" y="588074"/>
                </a:lnTo>
                <a:lnTo>
                  <a:pt x="255842" y="588074"/>
                </a:lnTo>
                <a:lnTo>
                  <a:pt x="270605" y="588074"/>
                </a:lnTo>
                <a:lnTo>
                  <a:pt x="3426238" y="588074"/>
                </a:lnTo>
                <a:lnTo>
                  <a:pt x="3518821" y="588074"/>
                </a:lnTo>
                <a:lnTo>
                  <a:pt x="3611404" y="588074"/>
                </a:lnTo>
                <a:lnTo>
                  <a:pt x="3703891" y="588074"/>
                </a:lnTo>
                <a:lnTo>
                  <a:pt x="3816096" y="588074"/>
                </a:lnTo>
                <a:lnTo>
                  <a:pt x="3816096" y="539020"/>
                </a:lnTo>
                <a:lnTo>
                  <a:pt x="3703891" y="53902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FBF3E060-F362-AB4C-5706-590AC40084C4}"/>
              </a:ext>
            </a:extLst>
          </p:cNvPr>
          <p:cNvGrpSpPr/>
          <p:nvPr/>
        </p:nvGrpSpPr>
        <p:grpSpPr>
          <a:xfrm>
            <a:off x="491290" y="4501032"/>
            <a:ext cx="11209421" cy="2191073"/>
            <a:chOff x="1323975" y="2514688"/>
            <a:chExt cx="9543573" cy="1824362"/>
          </a:xfrm>
        </p:grpSpPr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11259386-6FCB-A7ED-52FD-92415F6473CB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BFFABFA6-A31C-BEFB-DAFE-6FED4301E149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57FD8A0F-5277-3578-83CA-4D4140461F25}"/>
              </a:ext>
            </a:extLst>
          </p:cNvPr>
          <p:cNvGrpSpPr/>
          <p:nvPr/>
        </p:nvGrpSpPr>
        <p:grpSpPr>
          <a:xfrm>
            <a:off x="8040216" y="3752067"/>
            <a:ext cx="3081182" cy="421124"/>
            <a:chOff x="7983370" y="3727749"/>
            <a:chExt cx="3259110" cy="445442"/>
          </a:xfrm>
        </p:grpSpPr>
        <p:pic>
          <p:nvPicPr>
            <p:cNvPr id="65" name="그래픽 64">
              <a:extLst>
                <a:ext uri="{FF2B5EF4-FFF2-40B4-BE49-F238E27FC236}">
                  <a16:creationId xmlns:a16="http://schemas.microsoft.com/office/drawing/2014/main" id="{6B971960-71EA-B7B0-112B-3A83BC2C6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44272" y="3727749"/>
              <a:ext cx="445442" cy="445442"/>
            </a:xfrm>
            <a:prstGeom prst="rect">
              <a:avLst/>
            </a:prstGeom>
          </p:spPr>
        </p:pic>
        <p:pic>
          <p:nvPicPr>
            <p:cNvPr id="66" name="그래픽 65">
              <a:extLst>
                <a:ext uri="{FF2B5EF4-FFF2-40B4-BE49-F238E27FC236}">
                  <a16:creationId xmlns:a16="http://schemas.microsoft.com/office/drawing/2014/main" id="{986F994C-68AD-C770-10AC-B537CE28A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06942" y="3727749"/>
              <a:ext cx="445442" cy="445442"/>
            </a:xfrm>
            <a:prstGeom prst="rect">
              <a:avLst/>
            </a:prstGeom>
          </p:spPr>
        </p:pic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B67FC7DB-2724-62B1-1164-940CAC553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2964" y="3727749"/>
              <a:ext cx="445442" cy="445442"/>
            </a:xfrm>
            <a:prstGeom prst="rect">
              <a:avLst/>
            </a:prstGeom>
          </p:spPr>
        </p:pic>
        <p:pic>
          <p:nvPicPr>
            <p:cNvPr id="68" name="그래픽 67">
              <a:extLst>
                <a:ext uri="{FF2B5EF4-FFF2-40B4-BE49-F238E27FC236}">
                  <a16:creationId xmlns:a16="http://schemas.microsoft.com/office/drawing/2014/main" id="{82D7E931-7337-87F7-DA3B-87F688D5A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30001" y="3727749"/>
              <a:ext cx="445442" cy="445442"/>
            </a:xfrm>
            <a:prstGeom prst="rect">
              <a:avLst/>
            </a:prstGeom>
          </p:spPr>
        </p:pic>
        <p:pic>
          <p:nvPicPr>
            <p:cNvPr id="69" name="그래픽 68">
              <a:extLst>
                <a:ext uri="{FF2B5EF4-FFF2-40B4-BE49-F238E27FC236}">
                  <a16:creationId xmlns:a16="http://schemas.microsoft.com/office/drawing/2014/main" id="{E8490EA5-74A0-E1D1-932E-8D7DFF456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97038" y="3727749"/>
              <a:ext cx="445442" cy="445442"/>
            </a:xfrm>
            <a:prstGeom prst="rect">
              <a:avLst/>
            </a:prstGeom>
          </p:spPr>
        </p:pic>
        <p:pic>
          <p:nvPicPr>
            <p:cNvPr id="70" name="그래픽 69">
              <a:extLst>
                <a:ext uri="{FF2B5EF4-FFF2-40B4-BE49-F238E27FC236}">
                  <a16:creationId xmlns:a16="http://schemas.microsoft.com/office/drawing/2014/main" id="{6334A3A2-C37C-940B-D933-DE408790A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3370" y="3727749"/>
              <a:ext cx="445442" cy="445442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6BEF58-ABF4-7450-8F94-A833E52F24D4}"/>
              </a:ext>
            </a:extLst>
          </p:cNvPr>
          <p:cNvSpPr/>
          <p:nvPr/>
        </p:nvSpPr>
        <p:spPr>
          <a:xfrm>
            <a:off x="2039208" y="1529408"/>
            <a:ext cx="8113581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2D33BD5-2395-DF63-920D-41BFF6ED068C}"/>
              </a:ext>
            </a:extLst>
          </p:cNvPr>
          <p:cNvSpPr/>
          <p:nvPr/>
        </p:nvSpPr>
        <p:spPr>
          <a:xfrm rot="5400000">
            <a:off x="8379123" y="3303074"/>
            <a:ext cx="4566939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2254A04-B99B-EB4C-C4B9-1F6AA3ED63C9}"/>
              </a:ext>
            </a:extLst>
          </p:cNvPr>
          <p:cNvSpPr/>
          <p:nvPr/>
        </p:nvSpPr>
        <p:spPr>
          <a:xfrm>
            <a:off x="1019605" y="764704"/>
            <a:ext cx="10152789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4499A4-AADE-F843-E1D3-1AB9B7C7CC52}"/>
              </a:ext>
            </a:extLst>
          </p:cNvPr>
          <p:cNvSpPr/>
          <p:nvPr/>
        </p:nvSpPr>
        <p:spPr>
          <a:xfrm rot="5400000">
            <a:off x="8635549" y="3301549"/>
            <a:ext cx="6093296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D361658-2105-A657-A3EF-8AD917736FB6}"/>
              </a:ext>
            </a:extLst>
          </p:cNvPr>
          <p:cNvSpPr/>
          <p:nvPr/>
        </p:nvSpPr>
        <p:spPr>
          <a:xfrm>
            <a:off x="0" y="0"/>
            <a:ext cx="12192000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5FDDD8B-153D-74F1-B7A9-4FFF1D254DA8}"/>
              </a:ext>
            </a:extLst>
          </p:cNvPr>
          <p:cNvSpPr/>
          <p:nvPr/>
        </p:nvSpPr>
        <p:spPr>
          <a:xfrm rot="5400000">
            <a:off x="8101907" y="3280764"/>
            <a:ext cx="3082155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D13A584-86F3-96D9-D043-24AFD05D2324}"/>
              </a:ext>
            </a:extLst>
          </p:cNvPr>
          <p:cNvSpPr/>
          <p:nvPr/>
        </p:nvSpPr>
        <p:spPr>
          <a:xfrm>
            <a:off x="3999459" y="3798415"/>
            <a:ext cx="5133721" cy="771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4E2C755-932D-3106-3701-1E97FF86E3E2}"/>
              </a:ext>
            </a:extLst>
          </p:cNvPr>
          <p:cNvSpPr/>
          <p:nvPr/>
        </p:nvSpPr>
        <p:spPr>
          <a:xfrm>
            <a:off x="3999459" y="3035621"/>
            <a:ext cx="5133721" cy="7761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358237D-50A6-D205-7DF5-89A27696D399}"/>
              </a:ext>
            </a:extLst>
          </p:cNvPr>
          <p:cNvSpPr/>
          <p:nvPr/>
        </p:nvSpPr>
        <p:spPr>
          <a:xfrm>
            <a:off x="1" y="6093296"/>
            <a:ext cx="1117239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6A160E-B759-1EB5-9D71-B877F6198D91}"/>
              </a:ext>
            </a:extLst>
          </p:cNvPr>
          <p:cNvSpPr/>
          <p:nvPr/>
        </p:nvSpPr>
        <p:spPr>
          <a:xfrm rot="5400000">
            <a:off x="-2154493" y="2919197"/>
            <a:ext cx="5328592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A6673C9-12AE-191B-FA7A-81EA07955B31}"/>
              </a:ext>
            </a:extLst>
          </p:cNvPr>
          <p:cNvSpPr/>
          <p:nvPr/>
        </p:nvSpPr>
        <p:spPr>
          <a:xfrm>
            <a:off x="1019605" y="5331643"/>
            <a:ext cx="913318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011A1FB-E666-58B1-8DBE-6D3FB423B29C}"/>
              </a:ext>
            </a:extLst>
          </p:cNvPr>
          <p:cNvSpPr/>
          <p:nvPr/>
        </p:nvSpPr>
        <p:spPr>
          <a:xfrm rot="5400000">
            <a:off x="-392498" y="2941509"/>
            <a:ext cx="3843811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3FAC85-B374-839B-41DD-1B602FCDCB9C}"/>
              </a:ext>
            </a:extLst>
          </p:cNvPr>
          <p:cNvSpPr/>
          <p:nvPr/>
        </p:nvSpPr>
        <p:spPr>
          <a:xfrm>
            <a:off x="2039209" y="4566940"/>
            <a:ext cx="709397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1345C59-5E13-F196-1941-0A50E99285CD}"/>
              </a:ext>
            </a:extLst>
          </p:cNvPr>
          <p:cNvSpPr/>
          <p:nvPr/>
        </p:nvSpPr>
        <p:spPr>
          <a:xfrm rot="5400000">
            <a:off x="1407280" y="2913493"/>
            <a:ext cx="2283467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619FEC-7C9A-69FE-7451-BD1287F4E6EB}"/>
              </a:ext>
            </a:extLst>
          </p:cNvPr>
          <p:cNvSpPr/>
          <p:nvPr/>
        </p:nvSpPr>
        <p:spPr>
          <a:xfrm>
            <a:off x="3058817" y="2249487"/>
            <a:ext cx="6074367" cy="796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91CDC24-C666-113E-7476-CBA4A18FB2A0}"/>
              </a:ext>
            </a:extLst>
          </p:cNvPr>
          <p:cNvSpPr/>
          <p:nvPr/>
        </p:nvSpPr>
        <p:spPr>
          <a:xfrm rot="5400000">
            <a:off x="2769754" y="3335324"/>
            <a:ext cx="1518765" cy="9406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91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30"/>
                            </p:stCondLst>
                            <p:childTnLst>
                              <p:par>
                                <p:cTn id="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1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60"/>
                            </p:stCondLst>
                            <p:childTnLst>
                              <p:par>
                                <p:cTn id="13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1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90"/>
                            </p:stCondLst>
                            <p:childTnLst>
                              <p:par>
                                <p:cTn id="17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1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2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"/>
                            </p:stCondLst>
                            <p:childTnLst>
                              <p:par>
                                <p:cTn id="2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1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80"/>
                            </p:stCondLst>
                            <p:childTnLst>
                              <p:par>
                                <p:cTn id="29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1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10"/>
                            </p:stCondLst>
                            <p:childTnLst>
                              <p:par>
                                <p:cTn id="3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1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4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70"/>
                            </p:stCondLst>
                            <p:childTnLst>
                              <p:par>
                                <p:cTn id="41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13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00"/>
                            </p:stCondLst>
                            <p:childTnLst>
                              <p:par>
                                <p:cTn id="45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3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430"/>
                            </p:stCondLst>
                            <p:childTnLst>
                              <p:par>
                                <p:cTn id="4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13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60"/>
                            </p:stCondLst>
                            <p:childTnLst>
                              <p:par>
                                <p:cTn id="5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" dur="1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90"/>
                            </p:stCondLst>
                            <p:childTnLst>
                              <p:par>
                                <p:cTn id="57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8" dur="13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820"/>
                            </p:stCondLst>
                            <p:childTnLst>
                              <p:par>
                                <p:cTn id="61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13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50"/>
                            </p:stCondLst>
                            <p:childTnLst>
                              <p:par>
                                <p:cTn id="6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6" dur="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9" grpId="0" animBg="1"/>
      <p:bldP spid="18" grpId="0" animBg="1"/>
      <p:bldP spid="12" grpId="0" animBg="1"/>
      <p:bldP spid="7" grpId="0" animBg="1"/>
      <p:bldP spid="23" grpId="0" animBg="1"/>
      <p:bldP spid="28" grpId="0" animBg="1"/>
      <p:bldP spid="29" grpId="0" animBg="1"/>
      <p:bldP spid="15" grpId="0" animBg="1"/>
      <p:bldP spid="16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8430-7727-4B4B-A171-B18D0847F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EE921CF-51D5-63CB-BC79-1819141A2E4B}"/>
              </a:ext>
            </a:extLst>
          </p:cNvPr>
          <p:cNvSpPr txBox="1"/>
          <p:nvPr/>
        </p:nvSpPr>
        <p:spPr>
          <a:xfrm>
            <a:off x="3064982" y="5304182"/>
            <a:ext cx="6062037" cy="5847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어려웠던 점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4E29F3CB-3345-8520-FEEC-8124D2A150D2}"/>
              </a:ext>
            </a:extLst>
          </p:cNvPr>
          <p:cNvSpPr/>
          <p:nvPr/>
        </p:nvSpPr>
        <p:spPr>
          <a:xfrm flipH="1">
            <a:off x="7253282" y="3720406"/>
            <a:ext cx="4434640" cy="683393"/>
          </a:xfrm>
          <a:custGeom>
            <a:avLst/>
            <a:gdLst>
              <a:gd name="connsiteX0" fmla="*/ 3703891 w 3816096"/>
              <a:gd name="connsiteY0" fmla="*/ 539020 h 588073"/>
              <a:gd name="connsiteX1" fmla="*/ 3703891 w 3816096"/>
              <a:gd name="connsiteY1" fmla="*/ 478060 h 588073"/>
              <a:gd name="connsiteX2" fmla="*/ 3611404 w 3816096"/>
              <a:gd name="connsiteY2" fmla="*/ 478060 h 588073"/>
              <a:gd name="connsiteX3" fmla="*/ 3611404 w 3816096"/>
              <a:gd name="connsiteY3" fmla="*/ 440246 h 588073"/>
              <a:gd name="connsiteX4" fmla="*/ 3518821 w 3816096"/>
              <a:gd name="connsiteY4" fmla="*/ 440246 h 588073"/>
              <a:gd name="connsiteX5" fmla="*/ 3518821 w 3816096"/>
              <a:gd name="connsiteY5" fmla="*/ 405670 h 588073"/>
              <a:gd name="connsiteX6" fmla="*/ 3426238 w 3816096"/>
              <a:gd name="connsiteY6" fmla="*/ 405670 h 588073"/>
              <a:gd name="connsiteX7" fmla="*/ 3426238 w 3816096"/>
              <a:gd name="connsiteY7" fmla="*/ 539020 h 588073"/>
              <a:gd name="connsiteX8" fmla="*/ 310420 w 3816096"/>
              <a:gd name="connsiteY8" fmla="*/ 539020 h 588073"/>
              <a:gd name="connsiteX9" fmla="*/ 310420 w 3816096"/>
              <a:gd name="connsiteY9" fmla="*/ 511874 h 588073"/>
              <a:gd name="connsiteX10" fmla="*/ 270605 w 3816096"/>
              <a:gd name="connsiteY10" fmla="*/ 511874 h 588073"/>
              <a:gd name="connsiteX11" fmla="*/ 270605 w 3816096"/>
              <a:gd name="connsiteY11" fmla="*/ 475869 h 588073"/>
              <a:gd name="connsiteX12" fmla="*/ 230791 w 3816096"/>
              <a:gd name="connsiteY12" fmla="*/ 475869 h 588073"/>
              <a:gd name="connsiteX13" fmla="*/ 230791 w 3816096"/>
              <a:gd name="connsiteY13" fmla="*/ 439865 h 588073"/>
              <a:gd name="connsiteX14" fmla="*/ 198977 w 3816096"/>
              <a:gd name="connsiteY14" fmla="*/ 439865 h 588073"/>
              <a:gd name="connsiteX15" fmla="*/ 198977 w 3816096"/>
              <a:gd name="connsiteY15" fmla="*/ 0 h 588073"/>
              <a:gd name="connsiteX16" fmla="*/ 0 w 3816096"/>
              <a:gd name="connsiteY16" fmla="*/ 0 h 588073"/>
              <a:gd name="connsiteX17" fmla="*/ 0 w 3816096"/>
              <a:gd name="connsiteY17" fmla="*/ 511874 h 588073"/>
              <a:gd name="connsiteX18" fmla="*/ 31814 w 3816096"/>
              <a:gd name="connsiteY18" fmla="*/ 511874 h 588073"/>
              <a:gd name="connsiteX19" fmla="*/ 31814 w 3816096"/>
              <a:gd name="connsiteY19" fmla="*/ 551974 h 588073"/>
              <a:gd name="connsiteX20" fmla="*/ 71628 w 3816096"/>
              <a:gd name="connsiteY20" fmla="*/ 551974 h 588073"/>
              <a:gd name="connsiteX21" fmla="*/ 71628 w 3816096"/>
              <a:gd name="connsiteY21" fmla="*/ 588074 h 588073"/>
              <a:gd name="connsiteX22" fmla="*/ 255842 w 3816096"/>
              <a:gd name="connsiteY22" fmla="*/ 588074 h 588073"/>
              <a:gd name="connsiteX23" fmla="*/ 270605 w 3816096"/>
              <a:gd name="connsiteY23" fmla="*/ 588074 h 588073"/>
              <a:gd name="connsiteX24" fmla="*/ 3426238 w 3816096"/>
              <a:gd name="connsiteY24" fmla="*/ 588074 h 588073"/>
              <a:gd name="connsiteX25" fmla="*/ 3518821 w 3816096"/>
              <a:gd name="connsiteY25" fmla="*/ 588074 h 588073"/>
              <a:gd name="connsiteX26" fmla="*/ 3611404 w 3816096"/>
              <a:gd name="connsiteY26" fmla="*/ 588074 h 588073"/>
              <a:gd name="connsiteX27" fmla="*/ 3703891 w 3816096"/>
              <a:gd name="connsiteY27" fmla="*/ 588074 h 588073"/>
              <a:gd name="connsiteX28" fmla="*/ 3816096 w 3816096"/>
              <a:gd name="connsiteY28" fmla="*/ 588074 h 588073"/>
              <a:gd name="connsiteX29" fmla="*/ 3816096 w 3816096"/>
              <a:gd name="connsiteY29" fmla="*/ 539020 h 588073"/>
              <a:gd name="connsiteX30" fmla="*/ 3703891 w 3816096"/>
              <a:gd name="connsiteY30" fmla="*/ 539020 h 58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6096" h="588073">
                <a:moveTo>
                  <a:pt x="3703891" y="539020"/>
                </a:moveTo>
                <a:lnTo>
                  <a:pt x="3703891" y="478060"/>
                </a:lnTo>
                <a:lnTo>
                  <a:pt x="3611404" y="478060"/>
                </a:lnTo>
                <a:lnTo>
                  <a:pt x="3611404" y="440246"/>
                </a:lnTo>
                <a:lnTo>
                  <a:pt x="3518821" y="440246"/>
                </a:lnTo>
                <a:lnTo>
                  <a:pt x="3518821" y="405670"/>
                </a:lnTo>
                <a:lnTo>
                  <a:pt x="3426238" y="405670"/>
                </a:lnTo>
                <a:lnTo>
                  <a:pt x="3426238" y="539020"/>
                </a:lnTo>
                <a:lnTo>
                  <a:pt x="310420" y="539020"/>
                </a:lnTo>
                <a:lnTo>
                  <a:pt x="310420" y="511874"/>
                </a:lnTo>
                <a:lnTo>
                  <a:pt x="270605" y="511874"/>
                </a:lnTo>
                <a:lnTo>
                  <a:pt x="270605" y="475869"/>
                </a:lnTo>
                <a:lnTo>
                  <a:pt x="230791" y="475869"/>
                </a:lnTo>
                <a:lnTo>
                  <a:pt x="230791" y="439865"/>
                </a:lnTo>
                <a:lnTo>
                  <a:pt x="198977" y="439865"/>
                </a:lnTo>
                <a:lnTo>
                  <a:pt x="198977" y="0"/>
                </a:lnTo>
                <a:lnTo>
                  <a:pt x="0" y="0"/>
                </a:lnTo>
                <a:lnTo>
                  <a:pt x="0" y="511874"/>
                </a:lnTo>
                <a:lnTo>
                  <a:pt x="31814" y="511874"/>
                </a:lnTo>
                <a:lnTo>
                  <a:pt x="31814" y="551974"/>
                </a:lnTo>
                <a:lnTo>
                  <a:pt x="71628" y="551974"/>
                </a:lnTo>
                <a:lnTo>
                  <a:pt x="71628" y="588074"/>
                </a:lnTo>
                <a:lnTo>
                  <a:pt x="255842" y="588074"/>
                </a:lnTo>
                <a:lnTo>
                  <a:pt x="270605" y="588074"/>
                </a:lnTo>
                <a:lnTo>
                  <a:pt x="3426238" y="588074"/>
                </a:lnTo>
                <a:lnTo>
                  <a:pt x="3518821" y="588074"/>
                </a:lnTo>
                <a:lnTo>
                  <a:pt x="3611404" y="588074"/>
                </a:lnTo>
                <a:lnTo>
                  <a:pt x="3703891" y="588074"/>
                </a:lnTo>
                <a:lnTo>
                  <a:pt x="3816096" y="588074"/>
                </a:lnTo>
                <a:lnTo>
                  <a:pt x="3816096" y="539020"/>
                </a:lnTo>
                <a:lnTo>
                  <a:pt x="3703891" y="53902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EAC6C21-9EB0-103D-A6FB-6EB461C3AE89}"/>
              </a:ext>
            </a:extLst>
          </p:cNvPr>
          <p:cNvGrpSpPr/>
          <p:nvPr/>
        </p:nvGrpSpPr>
        <p:grpSpPr>
          <a:xfrm>
            <a:off x="491290" y="4501032"/>
            <a:ext cx="11209421" cy="2191073"/>
            <a:chOff x="1323975" y="2514688"/>
            <a:chExt cx="9543573" cy="1824362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13E6B557-3B62-D3A7-2E67-F151972AB72A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9AE370FA-6384-3E19-5350-E456DF3006C5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4430A1FA-1015-D9DE-F741-1B35F0D1D8DF}"/>
              </a:ext>
            </a:extLst>
          </p:cNvPr>
          <p:cNvGrpSpPr/>
          <p:nvPr/>
        </p:nvGrpSpPr>
        <p:grpSpPr>
          <a:xfrm>
            <a:off x="516525" y="474715"/>
            <a:ext cx="4422193" cy="683393"/>
            <a:chOff x="516525" y="524064"/>
            <a:chExt cx="4422193" cy="683393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0750A8E-7E26-287E-E0A5-9C98EC061051}"/>
                </a:ext>
              </a:extLst>
            </p:cNvPr>
            <p:cNvSpPr/>
            <p:nvPr/>
          </p:nvSpPr>
          <p:spPr>
            <a:xfrm>
              <a:off x="1789642" y="604179"/>
              <a:ext cx="2722182" cy="127974"/>
            </a:xfrm>
            <a:prstGeom prst="rect">
              <a:avLst/>
            </a:prstGeom>
            <a:solidFill>
              <a:srgbClr val="01A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592F1A7-86BA-9055-803C-D597AD6C5415}"/>
                </a:ext>
              </a:extLst>
            </p:cNvPr>
            <p:cNvGrpSpPr/>
            <p:nvPr/>
          </p:nvGrpSpPr>
          <p:grpSpPr>
            <a:xfrm>
              <a:off x="516525" y="524064"/>
              <a:ext cx="4422193" cy="683393"/>
              <a:chOff x="4186237" y="3133725"/>
              <a:chExt cx="3816096" cy="588073"/>
            </a:xfrm>
            <a:solidFill>
              <a:schemeClr val="tx1"/>
            </a:solidFill>
          </p:grpSpPr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7458946B-3C64-7CCB-F2FD-083C725D1233}"/>
                  </a:ext>
                </a:extLst>
              </p:cNvPr>
              <p:cNvSpPr/>
              <p:nvPr/>
            </p:nvSpPr>
            <p:spPr>
              <a:xfrm>
                <a:off x="4186237" y="3133725"/>
                <a:ext cx="3816096" cy="588073"/>
              </a:xfrm>
              <a:custGeom>
                <a:avLst/>
                <a:gdLst>
                  <a:gd name="connsiteX0" fmla="*/ 3703891 w 3816096"/>
                  <a:gd name="connsiteY0" fmla="*/ 539020 h 588073"/>
                  <a:gd name="connsiteX1" fmla="*/ 3703891 w 3816096"/>
                  <a:gd name="connsiteY1" fmla="*/ 478060 h 588073"/>
                  <a:gd name="connsiteX2" fmla="*/ 3611404 w 3816096"/>
                  <a:gd name="connsiteY2" fmla="*/ 478060 h 588073"/>
                  <a:gd name="connsiteX3" fmla="*/ 3611404 w 3816096"/>
                  <a:gd name="connsiteY3" fmla="*/ 440246 h 588073"/>
                  <a:gd name="connsiteX4" fmla="*/ 3518821 w 3816096"/>
                  <a:gd name="connsiteY4" fmla="*/ 440246 h 588073"/>
                  <a:gd name="connsiteX5" fmla="*/ 3518821 w 3816096"/>
                  <a:gd name="connsiteY5" fmla="*/ 405670 h 588073"/>
                  <a:gd name="connsiteX6" fmla="*/ 3426238 w 3816096"/>
                  <a:gd name="connsiteY6" fmla="*/ 405670 h 588073"/>
                  <a:gd name="connsiteX7" fmla="*/ 3426238 w 3816096"/>
                  <a:gd name="connsiteY7" fmla="*/ 539020 h 588073"/>
                  <a:gd name="connsiteX8" fmla="*/ 310420 w 3816096"/>
                  <a:gd name="connsiteY8" fmla="*/ 539020 h 588073"/>
                  <a:gd name="connsiteX9" fmla="*/ 310420 w 3816096"/>
                  <a:gd name="connsiteY9" fmla="*/ 511874 h 588073"/>
                  <a:gd name="connsiteX10" fmla="*/ 270605 w 3816096"/>
                  <a:gd name="connsiteY10" fmla="*/ 511874 h 588073"/>
                  <a:gd name="connsiteX11" fmla="*/ 270605 w 3816096"/>
                  <a:gd name="connsiteY11" fmla="*/ 475869 h 588073"/>
                  <a:gd name="connsiteX12" fmla="*/ 230791 w 3816096"/>
                  <a:gd name="connsiteY12" fmla="*/ 475869 h 588073"/>
                  <a:gd name="connsiteX13" fmla="*/ 230791 w 3816096"/>
                  <a:gd name="connsiteY13" fmla="*/ 439865 h 588073"/>
                  <a:gd name="connsiteX14" fmla="*/ 198977 w 3816096"/>
                  <a:gd name="connsiteY14" fmla="*/ 439865 h 588073"/>
                  <a:gd name="connsiteX15" fmla="*/ 198977 w 3816096"/>
                  <a:gd name="connsiteY15" fmla="*/ 0 h 588073"/>
                  <a:gd name="connsiteX16" fmla="*/ 0 w 3816096"/>
                  <a:gd name="connsiteY16" fmla="*/ 0 h 588073"/>
                  <a:gd name="connsiteX17" fmla="*/ 0 w 3816096"/>
                  <a:gd name="connsiteY17" fmla="*/ 511874 h 588073"/>
                  <a:gd name="connsiteX18" fmla="*/ 31814 w 3816096"/>
                  <a:gd name="connsiteY18" fmla="*/ 511874 h 588073"/>
                  <a:gd name="connsiteX19" fmla="*/ 31814 w 3816096"/>
                  <a:gd name="connsiteY19" fmla="*/ 551974 h 588073"/>
                  <a:gd name="connsiteX20" fmla="*/ 71628 w 3816096"/>
                  <a:gd name="connsiteY20" fmla="*/ 551974 h 588073"/>
                  <a:gd name="connsiteX21" fmla="*/ 71628 w 3816096"/>
                  <a:gd name="connsiteY21" fmla="*/ 588074 h 588073"/>
                  <a:gd name="connsiteX22" fmla="*/ 255842 w 3816096"/>
                  <a:gd name="connsiteY22" fmla="*/ 588074 h 588073"/>
                  <a:gd name="connsiteX23" fmla="*/ 270605 w 3816096"/>
                  <a:gd name="connsiteY23" fmla="*/ 588074 h 588073"/>
                  <a:gd name="connsiteX24" fmla="*/ 3426238 w 3816096"/>
                  <a:gd name="connsiteY24" fmla="*/ 588074 h 588073"/>
                  <a:gd name="connsiteX25" fmla="*/ 3518821 w 3816096"/>
                  <a:gd name="connsiteY25" fmla="*/ 588074 h 588073"/>
                  <a:gd name="connsiteX26" fmla="*/ 3611404 w 3816096"/>
                  <a:gd name="connsiteY26" fmla="*/ 588074 h 588073"/>
                  <a:gd name="connsiteX27" fmla="*/ 3703891 w 3816096"/>
                  <a:gd name="connsiteY27" fmla="*/ 588074 h 588073"/>
                  <a:gd name="connsiteX28" fmla="*/ 3816096 w 3816096"/>
                  <a:gd name="connsiteY28" fmla="*/ 588074 h 588073"/>
                  <a:gd name="connsiteX29" fmla="*/ 3816096 w 3816096"/>
                  <a:gd name="connsiteY29" fmla="*/ 539020 h 588073"/>
                  <a:gd name="connsiteX30" fmla="*/ 3703891 w 3816096"/>
                  <a:gd name="connsiteY30" fmla="*/ 539020 h 58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816096" h="588073">
                    <a:moveTo>
                      <a:pt x="3703891" y="539020"/>
                    </a:moveTo>
                    <a:lnTo>
                      <a:pt x="3703891" y="478060"/>
                    </a:lnTo>
                    <a:lnTo>
                      <a:pt x="3611404" y="478060"/>
                    </a:lnTo>
                    <a:lnTo>
                      <a:pt x="3611404" y="440246"/>
                    </a:lnTo>
                    <a:lnTo>
                      <a:pt x="3518821" y="440246"/>
                    </a:lnTo>
                    <a:lnTo>
                      <a:pt x="3518821" y="405670"/>
                    </a:lnTo>
                    <a:lnTo>
                      <a:pt x="3426238" y="405670"/>
                    </a:lnTo>
                    <a:lnTo>
                      <a:pt x="3426238" y="539020"/>
                    </a:lnTo>
                    <a:lnTo>
                      <a:pt x="310420" y="539020"/>
                    </a:lnTo>
                    <a:lnTo>
                      <a:pt x="310420" y="511874"/>
                    </a:lnTo>
                    <a:lnTo>
                      <a:pt x="270605" y="511874"/>
                    </a:lnTo>
                    <a:lnTo>
                      <a:pt x="270605" y="475869"/>
                    </a:lnTo>
                    <a:lnTo>
                      <a:pt x="230791" y="475869"/>
                    </a:lnTo>
                    <a:lnTo>
                      <a:pt x="230791" y="439865"/>
                    </a:lnTo>
                    <a:lnTo>
                      <a:pt x="198977" y="439865"/>
                    </a:lnTo>
                    <a:lnTo>
                      <a:pt x="198977" y="0"/>
                    </a:lnTo>
                    <a:lnTo>
                      <a:pt x="0" y="0"/>
                    </a:lnTo>
                    <a:lnTo>
                      <a:pt x="0" y="511874"/>
                    </a:lnTo>
                    <a:lnTo>
                      <a:pt x="31814" y="511874"/>
                    </a:lnTo>
                    <a:lnTo>
                      <a:pt x="31814" y="551974"/>
                    </a:lnTo>
                    <a:lnTo>
                      <a:pt x="71628" y="551974"/>
                    </a:lnTo>
                    <a:lnTo>
                      <a:pt x="71628" y="588074"/>
                    </a:lnTo>
                    <a:lnTo>
                      <a:pt x="255842" y="588074"/>
                    </a:lnTo>
                    <a:lnTo>
                      <a:pt x="270605" y="588074"/>
                    </a:lnTo>
                    <a:lnTo>
                      <a:pt x="3426238" y="588074"/>
                    </a:lnTo>
                    <a:lnTo>
                      <a:pt x="3518821" y="588074"/>
                    </a:lnTo>
                    <a:lnTo>
                      <a:pt x="3611404" y="588074"/>
                    </a:lnTo>
                    <a:lnTo>
                      <a:pt x="3703891" y="588074"/>
                    </a:lnTo>
                    <a:lnTo>
                      <a:pt x="3816096" y="588074"/>
                    </a:lnTo>
                    <a:lnTo>
                      <a:pt x="3816096" y="539020"/>
                    </a:lnTo>
                    <a:lnTo>
                      <a:pt x="3703891" y="5390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D69724D8-F9BD-1871-477D-AB5E3AE06E47}"/>
                  </a:ext>
                </a:extLst>
              </p:cNvPr>
              <p:cNvSpPr/>
              <p:nvPr/>
            </p:nvSpPr>
            <p:spPr>
              <a:xfrm>
                <a:off x="4521898" y="3133725"/>
                <a:ext cx="3321938" cy="259365"/>
              </a:xfrm>
              <a:custGeom>
                <a:avLst/>
                <a:gdLst>
                  <a:gd name="connsiteX0" fmla="*/ 724472 w 3321938"/>
                  <a:gd name="connsiteY0" fmla="*/ 259366 h 259365"/>
                  <a:gd name="connsiteX1" fmla="*/ 3092196 w 3321938"/>
                  <a:gd name="connsiteY1" fmla="*/ 259366 h 259365"/>
                  <a:gd name="connsiteX2" fmla="*/ 3286220 w 3321938"/>
                  <a:gd name="connsiteY2" fmla="*/ 259366 h 259365"/>
                  <a:gd name="connsiteX3" fmla="*/ 3321939 w 3321938"/>
                  <a:gd name="connsiteY3" fmla="*/ 259366 h 259365"/>
                  <a:gd name="connsiteX4" fmla="*/ 3321939 w 3321938"/>
                  <a:gd name="connsiteY4" fmla="*/ 0 h 259365"/>
                  <a:gd name="connsiteX5" fmla="*/ 3092196 w 3321938"/>
                  <a:gd name="connsiteY5" fmla="*/ 0 h 259365"/>
                  <a:gd name="connsiteX6" fmla="*/ 3092196 w 3321938"/>
                  <a:gd name="connsiteY6" fmla="*/ 221075 h 259365"/>
                  <a:gd name="connsiteX7" fmla="*/ 776573 w 3321938"/>
                  <a:gd name="connsiteY7" fmla="*/ 221075 h 259365"/>
                  <a:gd name="connsiteX8" fmla="*/ 776573 w 3321938"/>
                  <a:gd name="connsiteY8" fmla="*/ 3429 h 259365"/>
                  <a:gd name="connsiteX9" fmla="*/ 0 w 3321938"/>
                  <a:gd name="connsiteY9" fmla="*/ 3429 h 259365"/>
                  <a:gd name="connsiteX10" fmla="*/ 0 w 3321938"/>
                  <a:gd name="connsiteY10" fmla="*/ 259366 h 259365"/>
                  <a:gd name="connsiteX11" fmla="*/ 724472 w 3321938"/>
                  <a:gd name="connsiteY11" fmla="*/ 259366 h 259365"/>
                  <a:gd name="connsiteX12" fmla="*/ 724472 w 3321938"/>
                  <a:gd name="connsiteY12" fmla="*/ 259366 h 25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21938" h="259365">
                    <a:moveTo>
                      <a:pt x="724472" y="259366"/>
                    </a:moveTo>
                    <a:lnTo>
                      <a:pt x="3092196" y="259366"/>
                    </a:lnTo>
                    <a:lnTo>
                      <a:pt x="3286220" y="259366"/>
                    </a:lnTo>
                    <a:lnTo>
                      <a:pt x="3321939" y="259366"/>
                    </a:lnTo>
                    <a:lnTo>
                      <a:pt x="3321939" y="0"/>
                    </a:lnTo>
                    <a:lnTo>
                      <a:pt x="3092196" y="0"/>
                    </a:lnTo>
                    <a:lnTo>
                      <a:pt x="3092196" y="221075"/>
                    </a:lnTo>
                    <a:lnTo>
                      <a:pt x="776573" y="221075"/>
                    </a:lnTo>
                    <a:lnTo>
                      <a:pt x="776573" y="3429"/>
                    </a:lnTo>
                    <a:lnTo>
                      <a:pt x="0" y="3429"/>
                    </a:lnTo>
                    <a:lnTo>
                      <a:pt x="0" y="259366"/>
                    </a:lnTo>
                    <a:lnTo>
                      <a:pt x="724472" y="259366"/>
                    </a:lnTo>
                    <a:lnTo>
                      <a:pt x="724472" y="2593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74FC5F7F-22F3-FF32-5E91-E316538705DC}"/>
                </a:ext>
              </a:extLst>
            </p:cNvPr>
            <p:cNvGrpSpPr/>
            <p:nvPr/>
          </p:nvGrpSpPr>
          <p:grpSpPr>
            <a:xfrm>
              <a:off x="983432" y="579947"/>
              <a:ext cx="645249" cy="183028"/>
              <a:chOff x="983432" y="579947"/>
              <a:chExt cx="645249" cy="183028"/>
            </a:xfrm>
          </p:grpSpPr>
          <p:grpSp>
            <p:nvGrpSpPr>
              <p:cNvPr id="21" name="그래픽 17">
                <a:extLst>
                  <a:ext uri="{FF2B5EF4-FFF2-40B4-BE49-F238E27FC236}">
                    <a16:creationId xmlns:a16="http://schemas.microsoft.com/office/drawing/2014/main" id="{49B0EF55-5873-0A7A-0CAE-DCCA336BAF47}"/>
                  </a:ext>
                </a:extLst>
              </p:cNvPr>
              <p:cNvGrpSpPr/>
              <p:nvPr/>
            </p:nvGrpSpPr>
            <p:grpSpPr>
              <a:xfrm>
                <a:off x="983432" y="579947"/>
                <a:ext cx="645249" cy="183028"/>
                <a:chOff x="983432" y="579947"/>
                <a:chExt cx="645249" cy="183028"/>
              </a:xfrm>
              <a:solidFill>
                <a:srgbClr val="F9D071"/>
              </a:solidFill>
            </p:grpSpPr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A3E557D4-9D80-60F2-30C0-0739335E656A}"/>
                    </a:ext>
                  </a:extLst>
                </p:cNvPr>
                <p:cNvSpPr/>
                <p:nvPr/>
              </p:nvSpPr>
              <p:spPr>
                <a:xfrm>
                  <a:off x="983432" y="579947"/>
                  <a:ext cx="219090" cy="183028"/>
                </a:xfrm>
                <a:custGeom>
                  <a:avLst/>
                  <a:gdLst>
                    <a:gd name="connsiteX0" fmla="*/ 164527 w 219090"/>
                    <a:gd name="connsiteY0" fmla="*/ 86863 h 183028"/>
                    <a:gd name="connsiteX1" fmla="*/ 109231 w 219090"/>
                    <a:gd name="connsiteY1" fmla="*/ 86863 h 183028"/>
                    <a:gd name="connsiteX2" fmla="*/ 109231 w 219090"/>
                    <a:gd name="connsiteY2" fmla="*/ 0 h 183028"/>
                    <a:gd name="connsiteX3" fmla="*/ 0 w 219090"/>
                    <a:gd name="connsiteY3" fmla="*/ 0 h 183028"/>
                    <a:gd name="connsiteX4" fmla="*/ 0 w 219090"/>
                    <a:gd name="connsiteY4" fmla="*/ 183028 h 183028"/>
                    <a:gd name="connsiteX5" fmla="*/ 109231 w 219090"/>
                    <a:gd name="connsiteY5" fmla="*/ 183028 h 183028"/>
                    <a:gd name="connsiteX6" fmla="*/ 109231 w 219090"/>
                    <a:gd name="connsiteY6" fmla="*/ 130033 h 183028"/>
                    <a:gd name="connsiteX7" fmla="*/ 164527 w 219090"/>
                    <a:gd name="connsiteY7" fmla="*/ 130033 h 183028"/>
                    <a:gd name="connsiteX8" fmla="*/ 164527 w 219090"/>
                    <a:gd name="connsiteY8" fmla="*/ 183028 h 183028"/>
                    <a:gd name="connsiteX9" fmla="*/ 219090 w 219090"/>
                    <a:gd name="connsiteY9" fmla="*/ 183028 h 183028"/>
                    <a:gd name="connsiteX10" fmla="*/ 219090 w 219090"/>
                    <a:gd name="connsiteY10" fmla="*/ 0 h 183028"/>
                    <a:gd name="connsiteX11" fmla="*/ 164527 w 219090"/>
                    <a:gd name="connsiteY11" fmla="*/ 0 h 183028"/>
                    <a:gd name="connsiteX12" fmla="*/ 164527 w 219090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9090" h="183028">
                      <a:moveTo>
                        <a:pt x="164527" y="86863"/>
                      </a:moveTo>
                      <a:lnTo>
                        <a:pt x="109231" y="86863"/>
                      </a:lnTo>
                      <a:lnTo>
                        <a:pt x="109231" y="0"/>
                      </a:ln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164527" y="130033"/>
                      </a:lnTo>
                      <a:lnTo>
                        <a:pt x="164527" y="183028"/>
                      </a:lnTo>
                      <a:lnTo>
                        <a:pt x="219090" y="183028"/>
                      </a:lnTo>
                      <a:lnTo>
                        <a:pt x="219090" y="0"/>
                      </a:lnTo>
                      <a:lnTo>
                        <a:pt x="164527" y="0"/>
                      </a:lnTo>
                      <a:lnTo>
                        <a:pt x="164527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" name="자유형: 도형 23">
                  <a:extLst>
                    <a:ext uri="{FF2B5EF4-FFF2-40B4-BE49-F238E27FC236}">
                      <a16:creationId xmlns:a16="http://schemas.microsoft.com/office/drawing/2014/main" id="{2071721D-E9B5-0BB5-FB31-12F6C30071FE}"/>
                    </a:ext>
                  </a:extLst>
                </p:cNvPr>
                <p:cNvSpPr/>
                <p:nvPr/>
              </p:nvSpPr>
              <p:spPr>
                <a:xfrm>
                  <a:off x="1249141" y="579947"/>
                  <a:ext cx="217417" cy="183028"/>
                </a:xfrm>
                <a:custGeom>
                  <a:avLst/>
                  <a:gdLst>
                    <a:gd name="connsiteX0" fmla="*/ 211460 w 217417"/>
                    <a:gd name="connsiteY0" fmla="*/ 0 h 183028"/>
                    <a:gd name="connsiteX1" fmla="*/ 0 w 217417"/>
                    <a:gd name="connsiteY1" fmla="*/ 0 h 183028"/>
                    <a:gd name="connsiteX2" fmla="*/ 0 w 217417"/>
                    <a:gd name="connsiteY2" fmla="*/ 183028 h 183028"/>
                    <a:gd name="connsiteX3" fmla="*/ 109231 w 217417"/>
                    <a:gd name="connsiteY3" fmla="*/ 183028 h 183028"/>
                    <a:gd name="connsiteX4" fmla="*/ 109231 w 217417"/>
                    <a:gd name="connsiteY4" fmla="*/ 130033 h 183028"/>
                    <a:gd name="connsiteX5" fmla="*/ 217418 w 217417"/>
                    <a:gd name="connsiteY5" fmla="*/ 130033 h 183028"/>
                    <a:gd name="connsiteX6" fmla="*/ 217418 w 217417"/>
                    <a:gd name="connsiteY6" fmla="*/ 0 h 183028"/>
                    <a:gd name="connsiteX7" fmla="*/ 211564 w 217417"/>
                    <a:gd name="connsiteY7" fmla="*/ 0 h 183028"/>
                    <a:gd name="connsiteX8" fmla="*/ 109231 w 217417"/>
                    <a:gd name="connsiteY8" fmla="*/ 86863 h 183028"/>
                    <a:gd name="connsiteX9" fmla="*/ 109231 w 217417"/>
                    <a:gd name="connsiteY9" fmla="*/ 43170 h 183028"/>
                    <a:gd name="connsiteX10" fmla="*/ 162750 w 217417"/>
                    <a:gd name="connsiteY10" fmla="*/ 43170 h 183028"/>
                    <a:gd name="connsiteX11" fmla="*/ 162750 w 217417"/>
                    <a:gd name="connsiteY11" fmla="*/ 86863 h 183028"/>
                    <a:gd name="connsiteX12" fmla="*/ 109231 w 217417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417" h="183028">
                      <a:moveTo>
                        <a:pt x="211460" y="0"/>
                      </a:move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217418" y="130033"/>
                      </a:lnTo>
                      <a:lnTo>
                        <a:pt x="217418" y="0"/>
                      </a:lnTo>
                      <a:lnTo>
                        <a:pt x="211564" y="0"/>
                      </a:lnTo>
                      <a:close/>
                      <a:moveTo>
                        <a:pt x="109231" y="86863"/>
                      </a:moveTo>
                      <a:lnTo>
                        <a:pt x="109231" y="43170"/>
                      </a:lnTo>
                      <a:lnTo>
                        <a:pt x="162750" y="43170"/>
                      </a:lnTo>
                      <a:lnTo>
                        <a:pt x="162750" y="86863"/>
                      </a:lnTo>
                      <a:lnTo>
                        <a:pt x="109231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" name="자유형: 도형 24">
                  <a:extLst>
                    <a:ext uri="{FF2B5EF4-FFF2-40B4-BE49-F238E27FC236}">
                      <a16:creationId xmlns:a16="http://schemas.microsoft.com/office/drawing/2014/main" id="{4DD2805F-1B7C-BD47-DC5B-ED0F893C3D95}"/>
                    </a:ext>
                  </a:extLst>
                </p:cNvPr>
                <p:cNvSpPr/>
                <p:nvPr/>
              </p:nvSpPr>
              <p:spPr>
                <a:xfrm>
                  <a:off x="1592410" y="579947"/>
                  <a:ext cx="36271" cy="36271"/>
                </a:xfrm>
                <a:custGeom>
                  <a:avLst/>
                  <a:gdLst>
                    <a:gd name="connsiteX0" fmla="*/ 0 w 36271"/>
                    <a:gd name="connsiteY0" fmla="*/ 0 h 36271"/>
                    <a:gd name="connsiteX1" fmla="*/ 36271 w 36271"/>
                    <a:gd name="connsiteY1" fmla="*/ 0 h 36271"/>
                    <a:gd name="connsiteX2" fmla="*/ 36271 w 36271"/>
                    <a:gd name="connsiteY2" fmla="*/ 36271 h 36271"/>
                    <a:gd name="connsiteX3" fmla="*/ 0 w 36271"/>
                    <a:gd name="connsiteY3" fmla="*/ 36271 h 36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271" h="36271">
                      <a:moveTo>
                        <a:pt x="0" y="0"/>
                      </a:moveTo>
                      <a:lnTo>
                        <a:pt x="36271" y="0"/>
                      </a:lnTo>
                      <a:lnTo>
                        <a:pt x="36271" y="36271"/>
                      </a:lnTo>
                      <a:lnTo>
                        <a:pt x="0" y="36271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147BE5E7-D208-3A0F-721E-33310C972458}"/>
                  </a:ext>
                </a:extLst>
              </p:cNvPr>
              <p:cNvSpPr/>
              <p:nvPr/>
            </p:nvSpPr>
            <p:spPr>
              <a:xfrm>
                <a:off x="1592410" y="726704"/>
                <a:ext cx="36271" cy="36271"/>
              </a:xfrm>
              <a:custGeom>
                <a:avLst/>
                <a:gdLst>
                  <a:gd name="connsiteX0" fmla="*/ 0 w 36271"/>
                  <a:gd name="connsiteY0" fmla="*/ 0 h 36271"/>
                  <a:gd name="connsiteX1" fmla="*/ 36271 w 36271"/>
                  <a:gd name="connsiteY1" fmla="*/ 0 h 36271"/>
                  <a:gd name="connsiteX2" fmla="*/ 36271 w 36271"/>
                  <a:gd name="connsiteY2" fmla="*/ 36271 h 36271"/>
                  <a:gd name="connsiteX3" fmla="*/ 0 w 36271"/>
                  <a:gd name="connsiteY3" fmla="*/ 36271 h 3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271" h="36271">
                    <a:moveTo>
                      <a:pt x="0" y="0"/>
                    </a:moveTo>
                    <a:lnTo>
                      <a:pt x="36271" y="0"/>
                    </a:lnTo>
                    <a:lnTo>
                      <a:pt x="36271" y="36271"/>
                    </a:lnTo>
                    <a:lnTo>
                      <a:pt x="0" y="36271"/>
                    </a:lnTo>
                    <a:close/>
                  </a:path>
                </a:pathLst>
              </a:custGeom>
              <a:solidFill>
                <a:srgbClr val="F9D071"/>
              </a:solidFill>
              <a:ln w="1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7CF2FA21-20DA-AB6D-06B7-B6F92088922D}"/>
              </a:ext>
            </a:extLst>
          </p:cNvPr>
          <p:cNvGrpSpPr/>
          <p:nvPr/>
        </p:nvGrpSpPr>
        <p:grpSpPr>
          <a:xfrm>
            <a:off x="8040216" y="3752067"/>
            <a:ext cx="3081182" cy="421124"/>
            <a:chOff x="7983370" y="3727749"/>
            <a:chExt cx="3259110" cy="445442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D772631C-F19E-8B96-959A-684FCDFE8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44272" y="3727749"/>
              <a:ext cx="445442" cy="445442"/>
            </a:xfrm>
            <a:prstGeom prst="rect">
              <a:avLst/>
            </a:prstGeom>
          </p:spPr>
        </p:pic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F0CE56B8-B77B-89EC-59C8-7F32494DA4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06942" y="3727749"/>
              <a:ext cx="445442" cy="445442"/>
            </a:xfrm>
            <a:prstGeom prst="rect">
              <a:avLst/>
            </a:prstGeom>
          </p:spPr>
        </p:pic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5FC54137-4968-394F-96E0-FBF721199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62964" y="3727749"/>
              <a:ext cx="445442" cy="445442"/>
            </a:xfrm>
            <a:prstGeom prst="rect">
              <a:avLst/>
            </a:prstGeom>
          </p:spPr>
        </p:pic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49E651C3-B05B-6595-023A-38D9AFD99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30001" y="3727749"/>
              <a:ext cx="445442" cy="445442"/>
            </a:xfrm>
            <a:prstGeom prst="rect">
              <a:avLst/>
            </a:prstGeom>
          </p:spPr>
        </p:pic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3241B5ED-034A-58A6-ED1E-D93532153A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97038" y="3727749"/>
              <a:ext cx="445442" cy="445442"/>
            </a:xfrm>
            <a:prstGeom prst="rect">
              <a:avLst/>
            </a:prstGeom>
          </p:spPr>
        </p:pic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293744BC-64CD-B7EC-1BDE-A2FB3C961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83370" y="3727749"/>
              <a:ext cx="445442" cy="445442"/>
            </a:xfrm>
            <a:prstGeom prst="rect">
              <a:avLst/>
            </a:prstGeom>
          </p:spPr>
        </p:pic>
      </p:grpSp>
      <p:pic>
        <p:nvPicPr>
          <p:cNvPr id="37" name="그래픽 36">
            <a:extLst>
              <a:ext uri="{FF2B5EF4-FFF2-40B4-BE49-F238E27FC236}">
                <a16:creationId xmlns:a16="http://schemas.microsoft.com/office/drawing/2014/main" id="{4A215A99-0DDF-38FE-215F-1B924E0F8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0141" y="3749006"/>
            <a:ext cx="425738" cy="425738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0A3B3B5D-E217-6ECA-4021-90B4C0A92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930" y="3749006"/>
            <a:ext cx="425738" cy="42573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FC9C08-3E20-00BA-8326-6FCD98D7EE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832" y="1316672"/>
            <a:ext cx="2563006" cy="255275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D6789954-3A67-E8BD-87CA-EB4584F646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5882" y="3749006"/>
            <a:ext cx="425738" cy="425738"/>
          </a:xfrm>
          <a:prstGeom prst="rect">
            <a:avLst/>
          </a:prstGeom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5864D20E-8A5B-5472-5330-E39F23E1C6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490558" y="2233453"/>
            <a:ext cx="2232248" cy="213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9117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B7B1-8F19-86E1-4557-0E38E59F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F01F5C15-575C-674C-AA12-40088773CE8C}"/>
              </a:ext>
            </a:extLst>
          </p:cNvPr>
          <p:cNvSpPr/>
          <p:nvPr/>
        </p:nvSpPr>
        <p:spPr>
          <a:xfrm flipH="1">
            <a:off x="7253282" y="3720406"/>
            <a:ext cx="4434640" cy="683393"/>
          </a:xfrm>
          <a:custGeom>
            <a:avLst/>
            <a:gdLst>
              <a:gd name="connsiteX0" fmla="*/ 3703891 w 3816096"/>
              <a:gd name="connsiteY0" fmla="*/ 539020 h 588073"/>
              <a:gd name="connsiteX1" fmla="*/ 3703891 w 3816096"/>
              <a:gd name="connsiteY1" fmla="*/ 478060 h 588073"/>
              <a:gd name="connsiteX2" fmla="*/ 3611404 w 3816096"/>
              <a:gd name="connsiteY2" fmla="*/ 478060 h 588073"/>
              <a:gd name="connsiteX3" fmla="*/ 3611404 w 3816096"/>
              <a:gd name="connsiteY3" fmla="*/ 440246 h 588073"/>
              <a:gd name="connsiteX4" fmla="*/ 3518821 w 3816096"/>
              <a:gd name="connsiteY4" fmla="*/ 440246 h 588073"/>
              <a:gd name="connsiteX5" fmla="*/ 3518821 w 3816096"/>
              <a:gd name="connsiteY5" fmla="*/ 405670 h 588073"/>
              <a:gd name="connsiteX6" fmla="*/ 3426238 w 3816096"/>
              <a:gd name="connsiteY6" fmla="*/ 405670 h 588073"/>
              <a:gd name="connsiteX7" fmla="*/ 3426238 w 3816096"/>
              <a:gd name="connsiteY7" fmla="*/ 539020 h 588073"/>
              <a:gd name="connsiteX8" fmla="*/ 310420 w 3816096"/>
              <a:gd name="connsiteY8" fmla="*/ 539020 h 588073"/>
              <a:gd name="connsiteX9" fmla="*/ 310420 w 3816096"/>
              <a:gd name="connsiteY9" fmla="*/ 511874 h 588073"/>
              <a:gd name="connsiteX10" fmla="*/ 270605 w 3816096"/>
              <a:gd name="connsiteY10" fmla="*/ 511874 h 588073"/>
              <a:gd name="connsiteX11" fmla="*/ 270605 w 3816096"/>
              <a:gd name="connsiteY11" fmla="*/ 475869 h 588073"/>
              <a:gd name="connsiteX12" fmla="*/ 230791 w 3816096"/>
              <a:gd name="connsiteY12" fmla="*/ 475869 h 588073"/>
              <a:gd name="connsiteX13" fmla="*/ 230791 w 3816096"/>
              <a:gd name="connsiteY13" fmla="*/ 439865 h 588073"/>
              <a:gd name="connsiteX14" fmla="*/ 198977 w 3816096"/>
              <a:gd name="connsiteY14" fmla="*/ 439865 h 588073"/>
              <a:gd name="connsiteX15" fmla="*/ 198977 w 3816096"/>
              <a:gd name="connsiteY15" fmla="*/ 0 h 588073"/>
              <a:gd name="connsiteX16" fmla="*/ 0 w 3816096"/>
              <a:gd name="connsiteY16" fmla="*/ 0 h 588073"/>
              <a:gd name="connsiteX17" fmla="*/ 0 w 3816096"/>
              <a:gd name="connsiteY17" fmla="*/ 511874 h 588073"/>
              <a:gd name="connsiteX18" fmla="*/ 31814 w 3816096"/>
              <a:gd name="connsiteY18" fmla="*/ 511874 h 588073"/>
              <a:gd name="connsiteX19" fmla="*/ 31814 w 3816096"/>
              <a:gd name="connsiteY19" fmla="*/ 551974 h 588073"/>
              <a:gd name="connsiteX20" fmla="*/ 71628 w 3816096"/>
              <a:gd name="connsiteY20" fmla="*/ 551974 h 588073"/>
              <a:gd name="connsiteX21" fmla="*/ 71628 w 3816096"/>
              <a:gd name="connsiteY21" fmla="*/ 588074 h 588073"/>
              <a:gd name="connsiteX22" fmla="*/ 255842 w 3816096"/>
              <a:gd name="connsiteY22" fmla="*/ 588074 h 588073"/>
              <a:gd name="connsiteX23" fmla="*/ 270605 w 3816096"/>
              <a:gd name="connsiteY23" fmla="*/ 588074 h 588073"/>
              <a:gd name="connsiteX24" fmla="*/ 3426238 w 3816096"/>
              <a:gd name="connsiteY24" fmla="*/ 588074 h 588073"/>
              <a:gd name="connsiteX25" fmla="*/ 3518821 w 3816096"/>
              <a:gd name="connsiteY25" fmla="*/ 588074 h 588073"/>
              <a:gd name="connsiteX26" fmla="*/ 3611404 w 3816096"/>
              <a:gd name="connsiteY26" fmla="*/ 588074 h 588073"/>
              <a:gd name="connsiteX27" fmla="*/ 3703891 w 3816096"/>
              <a:gd name="connsiteY27" fmla="*/ 588074 h 588073"/>
              <a:gd name="connsiteX28" fmla="*/ 3816096 w 3816096"/>
              <a:gd name="connsiteY28" fmla="*/ 588074 h 588073"/>
              <a:gd name="connsiteX29" fmla="*/ 3816096 w 3816096"/>
              <a:gd name="connsiteY29" fmla="*/ 539020 h 588073"/>
              <a:gd name="connsiteX30" fmla="*/ 3703891 w 3816096"/>
              <a:gd name="connsiteY30" fmla="*/ 539020 h 58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6096" h="588073">
                <a:moveTo>
                  <a:pt x="3703891" y="539020"/>
                </a:moveTo>
                <a:lnTo>
                  <a:pt x="3703891" y="478060"/>
                </a:lnTo>
                <a:lnTo>
                  <a:pt x="3611404" y="478060"/>
                </a:lnTo>
                <a:lnTo>
                  <a:pt x="3611404" y="440246"/>
                </a:lnTo>
                <a:lnTo>
                  <a:pt x="3518821" y="440246"/>
                </a:lnTo>
                <a:lnTo>
                  <a:pt x="3518821" y="405670"/>
                </a:lnTo>
                <a:lnTo>
                  <a:pt x="3426238" y="405670"/>
                </a:lnTo>
                <a:lnTo>
                  <a:pt x="3426238" y="539020"/>
                </a:lnTo>
                <a:lnTo>
                  <a:pt x="310420" y="539020"/>
                </a:lnTo>
                <a:lnTo>
                  <a:pt x="310420" y="511874"/>
                </a:lnTo>
                <a:lnTo>
                  <a:pt x="270605" y="511874"/>
                </a:lnTo>
                <a:lnTo>
                  <a:pt x="270605" y="475869"/>
                </a:lnTo>
                <a:lnTo>
                  <a:pt x="230791" y="475869"/>
                </a:lnTo>
                <a:lnTo>
                  <a:pt x="230791" y="439865"/>
                </a:lnTo>
                <a:lnTo>
                  <a:pt x="198977" y="439865"/>
                </a:lnTo>
                <a:lnTo>
                  <a:pt x="198977" y="0"/>
                </a:lnTo>
                <a:lnTo>
                  <a:pt x="0" y="0"/>
                </a:lnTo>
                <a:lnTo>
                  <a:pt x="0" y="511874"/>
                </a:lnTo>
                <a:lnTo>
                  <a:pt x="31814" y="511874"/>
                </a:lnTo>
                <a:lnTo>
                  <a:pt x="31814" y="551974"/>
                </a:lnTo>
                <a:lnTo>
                  <a:pt x="71628" y="551974"/>
                </a:lnTo>
                <a:lnTo>
                  <a:pt x="71628" y="588074"/>
                </a:lnTo>
                <a:lnTo>
                  <a:pt x="255842" y="588074"/>
                </a:lnTo>
                <a:lnTo>
                  <a:pt x="270605" y="588074"/>
                </a:lnTo>
                <a:lnTo>
                  <a:pt x="3426238" y="588074"/>
                </a:lnTo>
                <a:lnTo>
                  <a:pt x="3518821" y="588074"/>
                </a:lnTo>
                <a:lnTo>
                  <a:pt x="3611404" y="588074"/>
                </a:lnTo>
                <a:lnTo>
                  <a:pt x="3703891" y="588074"/>
                </a:lnTo>
                <a:lnTo>
                  <a:pt x="3816096" y="588074"/>
                </a:lnTo>
                <a:lnTo>
                  <a:pt x="3816096" y="539020"/>
                </a:lnTo>
                <a:lnTo>
                  <a:pt x="3703891" y="53902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B9CF460-7AA0-5510-B738-F838AFF5BA26}"/>
              </a:ext>
            </a:extLst>
          </p:cNvPr>
          <p:cNvGrpSpPr/>
          <p:nvPr/>
        </p:nvGrpSpPr>
        <p:grpSpPr>
          <a:xfrm>
            <a:off x="491290" y="4501032"/>
            <a:ext cx="11209421" cy="2191073"/>
            <a:chOff x="1323975" y="2514688"/>
            <a:chExt cx="9543573" cy="1824362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9D386CC8-6865-930D-1F9C-2AC69E4BEB6D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131146A2-79B5-DB0F-F4DA-0B8B19F6ED39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631507C-0B39-31EF-F3BC-DD72D6793780}"/>
              </a:ext>
            </a:extLst>
          </p:cNvPr>
          <p:cNvGrpSpPr/>
          <p:nvPr/>
        </p:nvGrpSpPr>
        <p:grpSpPr>
          <a:xfrm>
            <a:off x="516525" y="474715"/>
            <a:ext cx="4422193" cy="683393"/>
            <a:chOff x="516525" y="524064"/>
            <a:chExt cx="4422193" cy="683393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323025A0-E521-E333-264D-F79645A05377}"/>
                </a:ext>
              </a:extLst>
            </p:cNvPr>
            <p:cNvSpPr/>
            <p:nvPr/>
          </p:nvSpPr>
          <p:spPr>
            <a:xfrm>
              <a:off x="1789642" y="604179"/>
              <a:ext cx="2722182" cy="127974"/>
            </a:xfrm>
            <a:prstGeom prst="rect">
              <a:avLst/>
            </a:prstGeom>
            <a:solidFill>
              <a:srgbClr val="01A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FB5A257D-3216-C579-C539-3E9A1445A921}"/>
                </a:ext>
              </a:extLst>
            </p:cNvPr>
            <p:cNvGrpSpPr/>
            <p:nvPr/>
          </p:nvGrpSpPr>
          <p:grpSpPr>
            <a:xfrm>
              <a:off x="516525" y="524064"/>
              <a:ext cx="4422193" cy="683393"/>
              <a:chOff x="4186237" y="3133725"/>
              <a:chExt cx="3816096" cy="588073"/>
            </a:xfrm>
            <a:solidFill>
              <a:schemeClr val="tx1"/>
            </a:solidFill>
          </p:grpSpPr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910354F9-DA41-3007-782A-858D788CB040}"/>
                  </a:ext>
                </a:extLst>
              </p:cNvPr>
              <p:cNvSpPr/>
              <p:nvPr/>
            </p:nvSpPr>
            <p:spPr>
              <a:xfrm>
                <a:off x="4186237" y="3133725"/>
                <a:ext cx="3816096" cy="588073"/>
              </a:xfrm>
              <a:custGeom>
                <a:avLst/>
                <a:gdLst>
                  <a:gd name="connsiteX0" fmla="*/ 3703891 w 3816096"/>
                  <a:gd name="connsiteY0" fmla="*/ 539020 h 588073"/>
                  <a:gd name="connsiteX1" fmla="*/ 3703891 w 3816096"/>
                  <a:gd name="connsiteY1" fmla="*/ 478060 h 588073"/>
                  <a:gd name="connsiteX2" fmla="*/ 3611404 w 3816096"/>
                  <a:gd name="connsiteY2" fmla="*/ 478060 h 588073"/>
                  <a:gd name="connsiteX3" fmla="*/ 3611404 w 3816096"/>
                  <a:gd name="connsiteY3" fmla="*/ 440246 h 588073"/>
                  <a:gd name="connsiteX4" fmla="*/ 3518821 w 3816096"/>
                  <a:gd name="connsiteY4" fmla="*/ 440246 h 588073"/>
                  <a:gd name="connsiteX5" fmla="*/ 3518821 w 3816096"/>
                  <a:gd name="connsiteY5" fmla="*/ 405670 h 588073"/>
                  <a:gd name="connsiteX6" fmla="*/ 3426238 w 3816096"/>
                  <a:gd name="connsiteY6" fmla="*/ 405670 h 588073"/>
                  <a:gd name="connsiteX7" fmla="*/ 3426238 w 3816096"/>
                  <a:gd name="connsiteY7" fmla="*/ 539020 h 588073"/>
                  <a:gd name="connsiteX8" fmla="*/ 310420 w 3816096"/>
                  <a:gd name="connsiteY8" fmla="*/ 539020 h 588073"/>
                  <a:gd name="connsiteX9" fmla="*/ 310420 w 3816096"/>
                  <a:gd name="connsiteY9" fmla="*/ 511874 h 588073"/>
                  <a:gd name="connsiteX10" fmla="*/ 270605 w 3816096"/>
                  <a:gd name="connsiteY10" fmla="*/ 511874 h 588073"/>
                  <a:gd name="connsiteX11" fmla="*/ 270605 w 3816096"/>
                  <a:gd name="connsiteY11" fmla="*/ 475869 h 588073"/>
                  <a:gd name="connsiteX12" fmla="*/ 230791 w 3816096"/>
                  <a:gd name="connsiteY12" fmla="*/ 475869 h 588073"/>
                  <a:gd name="connsiteX13" fmla="*/ 230791 w 3816096"/>
                  <a:gd name="connsiteY13" fmla="*/ 439865 h 588073"/>
                  <a:gd name="connsiteX14" fmla="*/ 198977 w 3816096"/>
                  <a:gd name="connsiteY14" fmla="*/ 439865 h 588073"/>
                  <a:gd name="connsiteX15" fmla="*/ 198977 w 3816096"/>
                  <a:gd name="connsiteY15" fmla="*/ 0 h 588073"/>
                  <a:gd name="connsiteX16" fmla="*/ 0 w 3816096"/>
                  <a:gd name="connsiteY16" fmla="*/ 0 h 588073"/>
                  <a:gd name="connsiteX17" fmla="*/ 0 w 3816096"/>
                  <a:gd name="connsiteY17" fmla="*/ 511874 h 588073"/>
                  <a:gd name="connsiteX18" fmla="*/ 31814 w 3816096"/>
                  <a:gd name="connsiteY18" fmla="*/ 511874 h 588073"/>
                  <a:gd name="connsiteX19" fmla="*/ 31814 w 3816096"/>
                  <a:gd name="connsiteY19" fmla="*/ 551974 h 588073"/>
                  <a:gd name="connsiteX20" fmla="*/ 71628 w 3816096"/>
                  <a:gd name="connsiteY20" fmla="*/ 551974 h 588073"/>
                  <a:gd name="connsiteX21" fmla="*/ 71628 w 3816096"/>
                  <a:gd name="connsiteY21" fmla="*/ 588074 h 588073"/>
                  <a:gd name="connsiteX22" fmla="*/ 255842 w 3816096"/>
                  <a:gd name="connsiteY22" fmla="*/ 588074 h 588073"/>
                  <a:gd name="connsiteX23" fmla="*/ 270605 w 3816096"/>
                  <a:gd name="connsiteY23" fmla="*/ 588074 h 588073"/>
                  <a:gd name="connsiteX24" fmla="*/ 3426238 w 3816096"/>
                  <a:gd name="connsiteY24" fmla="*/ 588074 h 588073"/>
                  <a:gd name="connsiteX25" fmla="*/ 3518821 w 3816096"/>
                  <a:gd name="connsiteY25" fmla="*/ 588074 h 588073"/>
                  <a:gd name="connsiteX26" fmla="*/ 3611404 w 3816096"/>
                  <a:gd name="connsiteY26" fmla="*/ 588074 h 588073"/>
                  <a:gd name="connsiteX27" fmla="*/ 3703891 w 3816096"/>
                  <a:gd name="connsiteY27" fmla="*/ 588074 h 588073"/>
                  <a:gd name="connsiteX28" fmla="*/ 3816096 w 3816096"/>
                  <a:gd name="connsiteY28" fmla="*/ 588074 h 588073"/>
                  <a:gd name="connsiteX29" fmla="*/ 3816096 w 3816096"/>
                  <a:gd name="connsiteY29" fmla="*/ 539020 h 588073"/>
                  <a:gd name="connsiteX30" fmla="*/ 3703891 w 3816096"/>
                  <a:gd name="connsiteY30" fmla="*/ 539020 h 58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816096" h="588073">
                    <a:moveTo>
                      <a:pt x="3703891" y="539020"/>
                    </a:moveTo>
                    <a:lnTo>
                      <a:pt x="3703891" y="478060"/>
                    </a:lnTo>
                    <a:lnTo>
                      <a:pt x="3611404" y="478060"/>
                    </a:lnTo>
                    <a:lnTo>
                      <a:pt x="3611404" y="440246"/>
                    </a:lnTo>
                    <a:lnTo>
                      <a:pt x="3518821" y="440246"/>
                    </a:lnTo>
                    <a:lnTo>
                      <a:pt x="3518821" y="405670"/>
                    </a:lnTo>
                    <a:lnTo>
                      <a:pt x="3426238" y="405670"/>
                    </a:lnTo>
                    <a:lnTo>
                      <a:pt x="3426238" y="539020"/>
                    </a:lnTo>
                    <a:lnTo>
                      <a:pt x="310420" y="539020"/>
                    </a:lnTo>
                    <a:lnTo>
                      <a:pt x="310420" y="511874"/>
                    </a:lnTo>
                    <a:lnTo>
                      <a:pt x="270605" y="511874"/>
                    </a:lnTo>
                    <a:lnTo>
                      <a:pt x="270605" y="475869"/>
                    </a:lnTo>
                    <a:lnTo>
                      <a:pt x="230791" y="475869"/>
                    </a:lnTo>
                    <a:lnTo>
                      <a:pt x="230791" y="439865"/>
                    </a:lnTo>
                    <a:lnTo>
                      <a:pt x="198977" y="439865"/>
                    </a:lnTo>
                    <a:lnTo>
                      <a:pt x="198977" y="0"/>
                    </a:lnTo>
                    <a:lnTo>
                      <a:pt x="0" y="0"/>
                    </a:lnTo>
                    <a:lnTo>
                      <a:pt x="0" y="511874"/>
                    </a:lnTo>
                    <a:lnTo>
                      <a:pt x="31814" y="511874"/>
                    </a:lnTo>
                    <a:lnTo>
                      <a:pt x="31814" y="551974"/>
                    </a:lnTo>
                    <a:lnTo>
                      <a:pt x="71628" y="551974"/>
                    </a:lnTo>
                    <a:lnTo>
                      <a:pt x="71628" y="588074"/>
                    </a:lnTo>
                    <a:lnTo>
                      <a:pt x="255842" y="588074"/>
                    </a:lnTo>
                    <a:lnTo>
                      <a:pt x="270605" y="588074"/>
                    </a:lnTo>
                    <a:lnTo>
                      <a:pt x="3426238" y="588074"/>
                    </a:lnTo>
                    <a:lnTo>
                      <a:pt x="3518821" y="588074"/>
                    </a:lnTo>
                    <a:lnTo>
                      <a:pt x="3611404" y="588074"/>
                    </a:lnTo>
                    <a:lnTo>
                      <a:pt x="3703891" y="588074"/>
                    </a:lnTo>
                    <a:lnTo>
                      <a:pt x="3816096" y="588074"/>
                    </a:lnTo>
                    <a:lnTo>
                      <a:pt x="3816096" y="539020"/>
                    </a:lnTo>
                    <a:lnTo>
                      <a:pt x="3703891" y="5390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D51C3F5A-3CA5-C87E-732D-4FE44C57D9EC}"/>
                  </a:ext>
                </a:extLst>
              </p:cNvPr>
              <p:cNvSpPr/>
              <p:nvPr/>
            </p:nvSpPr>
            <p:spPr>
              <a:xfrm>
                <a:off x="4521898" y="3133725"/>
                <a:ext cx="3321938" cy="259365"/>
              </a:xfrm>
              <a:custGeom>
                <a:avLst/>
                <a:gdLst>
                  <a:gd name="connsiteX0" fmla="*/ 724472 w 3321938"/>
                  <a:gd name="connsiteY0" fmla="*/ 259366 h 259365"/>
                  <a:gd name="connsiteX1" fmla="*/ 3092196 w 3321938"/>
                  <a:gd name="connsiteY1" fmla="*/ 259366 h 259365"/>
                  <a:gd name="connsiteX2" fmla="*/ 3286220 w 3321938"/>
                  <a:gd name="connsiteY2" fmla="*/ 259366 h 259365"/>
                  <a:gd name="connsiteX3" fmla="*/ 3321939 w 3321938"/>
                  <a:gd name="connsiteY3" fmla="*/ 259366 h 259365"/>
                  <a:gd name="connsiteX4" fmla="*/ 3321939 w 3321938"/>
                  <a:gd name="connsiteY4" fmla="*/ 0 h 259365"/>
                  <a:gd name="connsiteX5" fmla="*/ 3092196 w 3321938"/>
                  <a:gd name="connsiteY5" fmla="*/ 0 h 259365"/>
                  <a:gd name="connsiteX6" fmla="*/ 3092196 w 3321938"/>
                  <a:gd name="connsiteY6" fmla="*/ 221075 h 259365"/>
                  <a:gd name="connsiteX7" fmla="*/ 776573 w 3321938"/>
                  <a:gd name="connsiteY7" fmla="*/ 221075 h 259365"/>
                  <a:gd name="connsiteX8" fmla="*/ 776573 w 3321938"/>
                  <a:gd name="connsiteY8" fmla="*/ 3429 h 259365"/>
                  <a:gd name="connsiteX9" fmla="*/ 0 w 3321938"/>
                  <a:gd name="connsiteY9" fmla="*/ 3429 h 259365"/>
                  <a:gd name="connsiteX10" fmla="*/ 0 w 3321938"/>
                  <a:gd name="connsiteY10" fmla="*/ 259366 h 259365"/>
                  <a:gd name="connsiteX11" fmla="*/ 724472 w 3321938"/>
                  <a:gd name="connsiteY11" fmla="*/ 259366 h 259365"/>
                  <a:gd name="connsiteX12" fmla="*/ 724472 w 3321938"/>
                  <a:gd name="connsiteY12" fmla="*/ 259366 h 25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21938" h="259365">
                    <a:moveTo>
                      <a:pt x="724472" y="259366"/>
                    </a:moveTo>
                    <a:lnTo>
                      <a:pt x="3092196" y="259366"/>
                    </a:lnTo>
                    <a:lnTo>
                      <a:pt x="3286220" y="259366"/>
                    </a:lnTo>
                    <a:lnTo>
                      <a:pt x="3321939" y="259366"/>
                    </a:lnTo>
                    <a:lnTo>
                      <a:pt x="3321939" y="0"/>
                    </a:lnTo>
                    <a:lnTo>
                      <a:pt x="3092196" y="0"/>
                    </a:lnTo>
                    <a:lnTo>
                      <a:pt x="3092196" y="221075"/>
                    </a:lnTo>
                    <a:lnTo>
                      <a:pt x="776573" y="221075"/>
                    </a:lnTo>
                    <a:lnTo>
                      <a:pt x="776573" y="3429"/>
                    </a:lnTo>
                    <a:lnTo>
                      <a:pt x="0" y="3429"/>
                    </a:lnTo>
                    <a:lnTo>
                      <a:pt x="0" y="259366"/>
                    </a:lnTo>
                    <a:lnTo>
                      <a:pt x="724472" y="259366"/>
                    </a:lnTo>
                    <a:lnTo>
                      <a:pt x="724472" y="2593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167F3514-B8E5-B220-A686-CBBD3A21635A}"/>
                </a:ext>
              </a:extLst>
            </p:cNvPr>
            <p:cNvGrpSpPr/>
            <p:nvPr/>
          </p:nvGrpSpPr>
          <p:grpSpPr>
            <a:xfrm>
              <a:off x="983432" y="579947"/>
              <a:ext cx="645249" cy="183028"/>
              <a:chOff x="983432" y="579947"/>
              <a:chExt cx="645249" cy="183028"/>
            </a:xfrm>
          </p:grpSpPr>
          <p:grpSp>
            <p:nvGrpSpPr>
              <p:cNvPr id="21" name="그래픽 17">
                <a:extLst>
                  <a:ext uri="{FF2B5EF4-FFF2-40B4-BE49-F238E27FC236}">
                    <a16:creationId xmlns:a16="http://schemas.microsoft.com/office/drawing/2014/main" id="{F8546D0A-BD0D-6FCC-35E8-2664798C350B}"/>
                  </a:ext>
                </a:extLst>
              </p:cNvPr>
              <p:cNvGrpSpPr/>
              <p:nvPr/>
            </p:nvGrpSpPr>
            <p:grpSpPr>
              <a:xfrm>
                <a:off x="983432" y="579947"/>
                <a:ext cx="645249" cy="183028"/>
                <a:chOff x="983432" y="579947"/>
                <a:chExt cx="645249" cy="183028"/>
              </a:xfrm>
              <a:solidFill>
                <a:srgbClr val="F9D071"/>
              </a:solidFill>
            </p:grpSpPr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241D8D8F-9BF0-1F79-BC17-08F93783DD4F}"/>
                    </a:ext>
                  </a:extLst>
                </p:cNvPr>
                <p:cNvSpPr/>
                <p:nvPr/>
              </p:nvSpPr>
              <p:spPr>
                <a:xfrm>
                  <a:off x="983432" y="579947"/>
                  <a:ext cx="219090" cy="183028"/>
                </a:xfrm>
                <a:custGeom>
                  <a:avLst/>
                  <a:gdLst>
                    <a:gd name="connsiteX0" fmla="*/ 164527 w 219090"/>
                    <a:gd name="connsiteY0" fmla="*/ 86863 h 183028"/>
                    <a:gd name="connsiteX1" fmla="*/ 109231 w 219090"/>
                    <a:gd name="connsiteY1" fmla="*/ 86863 h 183028"/>
                    <a:gd name="connsiteX2" fmla="*/ 109231 w 219090"/>
                    <a:gd name="connsiteY2" fmla="*/ 0 h 183028"/>
                    <a:gd name="connsiteX3" fmla="*/ 0 w 219090"/>
                    <a:gd name="connsiteY3" fmla="*/ 0 h 183028"/>
                    <a:gd name="connsiteX4" fmla="*/ 0 w 219090"/>
                    <a:gd name="connsiteY4" fmla="*/ 183028 h 183028"/>
                    <a:gd name="connsiteX5" fmla="*/ 109231 w 219090"/>
                    <a:gd name="connsiteY5" fmla="*/ 183028 h 183028"/>
                    <a:gd name="connsiteX6" fmla="*/ 109231 w 219090"/>
                    <a:gd name="connsiteY6" fmla="*/ 130033 h 183028"/>
                    <a:gd name="connsiteX7" fmla="*/ 164527 w 219090"/>
                    <a:gd name="connsiteY7" fmla="*/ 130033 h 183028"/>
                    <a:gd name="connsiteX8" fmla="*/ 164527 w 219090"/>
                    <a:gd name="connsiteY8" fmla="*/ 183028 h 183028"/>
                    <a:gd name="connsiteX9" fmla="*/ 219090 w 219090"/>
                    <a:gd name="connsiteY9" fmla="*/ 183028 h 183028"/>
                    <a:gd name="connsiteX10" fmla="*/ 219090 w 219090"/>
                    <a:gd name="connsiteY10" fmla="*/ 0 h 183028"/>
                    <a:gd name="connsiteX11" fmla="*/ 164527 w 219090"/>
                    <a:gd name="connsiteY11" fmla="*/ 0 h 183028"/>
                    <a:gd name="connsiteX12" fmla="*/ 164527 w 219090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9090" h="183028">
                      <a:moveTo>
                        <a:pt x="164527" y="86863"/>
                      </a:moveTo>
                      <a:lnTo>
                        <a:pt x="109231" y="86863"/>
                      </a:lnTo>
                      <a:lnTo>
                        <a:pt x="109231" y="0"/>
                      </a:ln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164527" y="130033"/>
                      </a:lnTo>
                      <a:lnTo>
                        <a:pt x="164527" y="183028"/>
                      </a:lnTo>
                      <a:lnTo>
                        <a:pt x="219090" y="183028"/>
                      </a:lnTo>
                      <a:lnTo>
                        <a:pt x="219090" y="0"/>
                      </a:lnTo>
                      <a:lnTo>
                        <a:pt x="164527" y="0"/>
                      </a:lnTo>
                      <a:lnTo>
                        <a:pt x="164527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" name="자유형: 도형 23">
                  <a:extLst>
                    <a:ext uri="{FF2B5EF4-FFF2-40B4-BE49-F238E27FC236}">
                      <a16:creationId xmlns:a16="http://schemas.microsoft.com/office/drawing/2014/main" id="{BA647E19-C54C-82D5-5882-BB0F69FD03BF}"/>
                    </a:ext>
                  </a:extLst>
                </p:cNvPr>
                <p:cNvSpPr/>
                <p:nvPr/>
              </p:nvSpPr>
              <p:spPr>
                <a:xfrm>
                  <a:off x="1249141" y="579947"/>
                  <a:ext cx="217417" cy="183028"/>
                </a:xfrm>
                <a:custGeom>
                  <a:avLst/>
                  <a:gdLst>
                    <a:gd name="connsiteX0" fmla="*/ 211460 w 217417"/>
                    <a:gd name="connsiteY0" fmla="*/ 0 h 183028"/>
                    <a:gd name="connsiteX1" fmla="*/ 0 w 217417"/>
                    <a:gd name="connsiteY1" fmla="*/ 0 h 183028"/>
                    <a:gd name="connsiteX2" fmla="*/ 0 w 217417"/>
                    <a:gd name="connsiteY2" fmla="*/ 183028 h 183028"/>
                    <a:gd name="connsiteX3" fmla="*/ 109231 w 217417"/>
                    <a:gd name="connsiteY3" fmla="*/ 183028 h 183028"/>
                    <a:gd name="connsiteX4" fmla="*/ 109231 w 217417"/>
                    <a:gd name="connsiteY4" fmla="*/ 130033 h 183028"/>
                    <a:gd name="connsiteX5" fmla="*/ 217418 w 217417"/>
                    <a:gd name="connsiteY5" fmla="*/ 130033 h 183028"/>
                    <a:gd name="connsiteX6" fmla="*/ 217418 w 217417"/>
                    <a:gd name="connsiteY6" fmla="*/ 0 h 183028"/>
                    <a:gd name="connsiteX7" fmla="*/ 211564 w 217417"/>
                    <a:gd name="connsiteY7" fmla="*/ 0 h 183028"/>
                    <a:gd name="connsiteX8" fmla="*/ 109231 w 217417"/>
                    <a:gd name="connsiteY8" fmla="*/ 86863 h 183028"/>
                    <a:gd name="connsiteX9" fmla="*/ 109231 w 217417"/>
                    <a:gd name="connsiteY9" fmla="*/ 43170 h 183028"/>
                    <a:gd name="connsiteX10" fmla="*/ 162750 w 217417"/>
                    <a:gd name="connsiteY10" fmla="*/ 43170 h 183028"/>
                    <a:gd name="connsiteX11" fmla="*/ 162750 w 217417"/>
                    <a:gd name="connsiteY11" fmla="*/ 86863 h 183028"/>
                    <a:gd name="connsiteX12" fmla="*/ 109231 w 217417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417" h="183028">
                      <a:moveTo>
                        <a:pt x="211460" y="0"/>
                      </a:move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217418" y="130033"/>
                      </a:lnTo>
                      <a:lnTo>
                        <a:pt x="217418" y="0"/>
                      </a:lnTo>
                      <a:lnTo>
                        <a:pt x="211564" y="0"/>
                      </a:lnTo>
                      <a:close/>
                      <a:moveTo>
                        <a:pt x="109231" y="86863"/>
                      </a:moveTo>
                      <a:lnTo>
                        <a:pt x="109231" y="43170"/>
                      </a:lnTo>
                      <a:lnTo>
                        <a:pt x="162750" y="43170"/>
                      </a:lnTo>
                      <a:lnTo>
                        <a:pt x="162750" y="86863"/>
                      </a:lnTo>
                      <a:lnTo>
                        <a:pt x="109231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" name="자유형: 도형 24">
                  <a:extLst>
                    <a:ext uri="{FF2B5EF4-FFF2-40B4-BE49-F238E27FC236}">
                      <a16:creationId xmlns:a16="http://schemas.microsoft.com/office/drawing/2014/main" id="{9652EF91-2050-8EFA-3930-9A6C030481DD}"/>
                    </a:ext>
                  </a:extLst>
                </p:cNvPr>
                <p:cNvSpPr/>
                <p:nvPr/>
              </p:nvSpPr>
              <p:spPr>
                <a:xfrm>
                  <a:off x="1592410" y="579947"/>
                  <a:ext cx="36271" cy="36271"/>
                </a:xfrm>
                <a:custGeom>
                  <a:avLst/>
                  <a:gdLst>
                    <a:gd name="connsiteX0" fmla="*/ 0 w 36271"/>
                    <a:gd name="connsiteY0" fmla="*/ 0 h 36271"/>
                    <a:gd name="connsiteX1" fmla="*/ 36271 w 36271"/>
                    <a:gd name="connsiteY1" fmla="*/ 0 h 36271"/>
                    <a:gd name="connsiteX2" fmla="*/ 36271 w 36271"/>
                    <a:gd name="connsiteY2" fmla="*/ 36271 h 36271"/>
                    <a:gd name="connsiteX3" fmla="*/ 0 w 36271"/>
                    <a:gd name="connsiteY3" fmla="*/ 36271 h 36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271" h="36271">
                      <a:moveTo>
                        <a:pt x="0" y="0"/>
                      </a:moveTo>
                      <a:lnTo>
                        <a:pt x="36271" y="0"/>
                      </a:lnTo>
                      <a:lnTo>
                        <a:pt x="36271" y="36271"/>
                      </a:lnTo>
                      <a:lnTo>
                        <a:pt x="0" y="36271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CE2FC88A-625F-9301-A15F-9F5A455BAC3C}"/>
                  </a:ext>
                </a:extLst>
              </p:cNvPr>
              <p:cNvSpPr/>
              <p:nvPr/>
            </p:nvSpPr>
            <p:spPr>
              <a:xfrm>
                <a:off x="1592410" y="726704"/>
                <a:ext cx="36271" cy="36271"/>
              </a:xfrm>
              <a:custGeom>
                <a:avLst/>
                <a:gdLst>
                  <a:gd name="connsiteX0" fmla="*/ 0 w 36271"/>
                  <a:gd name="connsiteY0" fmla="*/ 0 h 36271"/>
                  <a:gd name="connsiteX1" fmla="*/ 36271 w 36271"/>
                  <a:gd name="connsiteY1" fmla="*/ 0 h 36271"/>
                  <a:gd name="connsiteX2" fmla="*/ 36271 w 36271"/>
                  <a:gd name="connsiteY2" fmla="*/ 36271 h 36271"/>
                  <a:gd name="connsiteX3" fmla="*/ 0 w 36271"/>
                  <a:gd name="connsiteY3" fmla="*/ 36271 h 3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271" h="36271">
                    <a:moveTo>
                      <a:pt x="0" y="0"/>
                    </a:moveTo>
                    <a:lnTo>
                      <a:pt x="36271" y="0"/>
                    </a:lnTo>
                    <a:lnTo>
                      <a:pt x="36271" y="36271"/>
                    </a:lnTo>
                    <a:lnTo>
                      <a:pt x="0" y="36271"/>
                    </a:lnTo>
                    <a:close/>
                  </a:path>
                </a:pathLst>
              </a:custGeom>
              <a:solidFill>
                <a:srgbClr val="F9D071"/>
              </a:solidFill>
              <a:ln w="1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3C64F08-5D08-5A80-BBE5-941B37622B31}"/>
              </a:ext>
            </a:extLst>
          </p:cNvPr>
          <p:cNvGrpSpPr/>
          <p:nvPr/>
        </p:nvGrpSpPr>
        <p:grpSpPr>
          <a:xfrm>
            <a:off x="8040216" y="3752067"/>
            <a:ext cx="3081182" cy="421124"/>
            <a:chOff x="7983370" y="3727749"/>
            <a:chExt cx="3259110" cy="445442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1E18B3C4-0257-A702-24B4-ACE39AC73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44272" y="3727749"/>
              <a:ext cx="445442" cy="445442"/>
            </a:xfrm>
            <a:prstGeom prst="rect">
              <a:avLst/>
            </a:prstGeom>
          </p:spPr>
        </p:pic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0CF3E6C2-6A0E-491C-19D7-838E7E66A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06942" y="3727749"/>
              <a:ext cx="445442" cy="445442"/>
            </a:xfrm>
            <a:prstGeom prst="rect">
              <a:avLst/>
            </a:prstGeom>
          </p:spPr>
        </p:pic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6AA7FA63-C0FE-318F-25D1-833C8EA85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62964" y="3727749"/>
              <a:ext cx="445442" cy="445442"/>
            </a:xfrm>
            <a:prstGeom prst="rect">
              <a:avLst/>
            </a:prstGeom>
          </p:spPr>
        </p:pic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24412DE6-BB37-A16F-E3C7-B14D9768A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30001" y="3727749"/>
              <a:ext cx="445442" cy="445442"/>
            </a:xfrm>
            <a:prstGeom prst="rect">
              <a:avLst/>
            </a:prstGeom>
          </p:spPr>
        </p:pic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A3F7CC70-12EC-3421-D701-0AA75DBB5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97038" y="3727749"/>
              <a:ext cx="445442" cy="445442"/>
            </a:xfrm>
            <a:prstGeom prst="rect">
              <a:avLst/>
            </a:prstGeom>
          </p:spPr>
        </p:pic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543DC6B2-E910-5E75-F426-FC26392EC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83370" y="3727749"/>
              <a:ext cx="445442" cy="445442"/>
            </a:xfrm>
            <a:prstGeom prst="rect">
              <a:avLst/>
            </a:prstGeom>
          </p:spPr>
        </p:pic>
      </p:grpSp>
      <p:pic>
        <p:nvPicPr>
          <p:cNvPr id="37" name="그래픽 36">
            <a:extLst>
              <a:ext uri="{FF2B5EF4-FFF2-40B4-BE49-F238E27FC236}">
                <a16:creationId xmlns:a16="http://schemas.microsoft.com/office/drawing/2014/main" id="{77C089CB-FC42-3F93-65A5-DCE2F3C89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0141" y="3749006"/>
            <a:ext cx="425738" cy="425738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BD83B22D-758A-8A98-9FDB-43C7154DF7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930" y="3749006"/>
            <a:ext cx="425738" cy="42573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B591A67-21D9-715E-16F3-E456FFE12E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494" y="1340836"/>
            <a:ext cx="2563006" cy="255275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C525F195-A5E7-9243-6BB7-11E4A9D58B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5882" y="3749006"/>
            <a:ext cx="425738" cy="4257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2BB86D-2471-CA38-76C8-B012DE93E971}"/>
              </a:ext>
            </a:extLst>
          </p:cNvPr>
          <p:cNvSpPr txBox="1"/>
          <p:nvPr/>
        </p:nvSpPr>
        <p:spPr>
          <a:xfrm>
            <a:off x="767408" y="4773569"/>
            <a:ext cx="105401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이헌준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조별 과제를 하며 다른 사람의 코드를 이해하기 힘들었고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수업시간에 배운 것을 토대로 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         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기획하고 코딩하려고 노력 했다</a:t>
            </a:r>
            <a:r>
              <a:rPr lang="en-US" altLang="ko-KR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노도현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부모 자식 간의 기능이 흩어져 있어 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main.cpp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에서 원하는 기능을 만들려고 할 때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,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어느 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          클래스의 함수의 호출해야 하는지 헷갈릴 때가 많았다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329505DF-2A1B-8F8B-E34D-B731784DE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935" y="170607"/>
            <a:ext cx="2966987" cy="296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F3ED995F-E112-AEA2-9234-9437FA7FED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491290" y="2220784"/>
            <a:ext cx="2232248" cy="213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075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A7637-582B-9EFB-5AE9-1F469EAAE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2541A11E-B0FA-9CFE-C3E4-F3E4F00BF86B}"/>
              </a:ext>
            </a:extLst>
          </p:cNvPr>
          <p:cNvSpPr/>
          <p:nvPr/>
        </p:nvSpPr>
        <p:spPr>
          <a:xfrm flipH="1">
            <a:off x="7253282" y="3720406"/>
            <a:ext cx="4434640" cy="683393"/>
          </a:xfrm>
          <a:custGeom>
            <a:avLst/>
            <a:gdLst>
              <a:gd name="connsiteX0" fmla="*/ 3703891 w 3816096"/>
              <a:gd name="connsiteY0" fmla="*/ 539020 h 588073"/>
              <a:gd name="connsiteX1" fmla="*/ 3703891 w 3816096"/>
              <a:gd name="connsiteY1" fmla="*/ 478060 h 588073"/>
              <a:gd name="connsiteX2" fmla="*/ 3611404 w 3816096"/>
              <a:gd name="connsiteY2" fmla="*/ 478060 h 588073"/>
              <a:gd name="connsiteX3" fmla="*/ 3611404 w 3816096"/>
              <a:gd name="connsiteY3" fmla="*/ 440246 h 588073"/>
              <a:gd name="connsiteX4" fmla="*/ 3518821 w 3816096"/>
              <a:gd name="connsiteY4" fmla="*/ 440246 h 588073"/>
              <a:gd name="connsiteX5" fmla="*/ 3518821 w 3816096"/>
              <a:gd name="connsiteY5" fmla="*/ 405670 h 588073"/>
              <a:gd name="connsiteX6" fmla="*/ 3426238 w 3816096"/>
              <a:gd name="connsiteY6" fmla="*/ 405670 h 588073"/>
              <a:gd name="connsiteX7" fmla="*/ 3426238 w 3816096"/>
              <a:gd name="connsiteY7" fmla="*/ 539020 h 588073"/>
              <a:gd name="connsiteX8" fmla="*/ 310420 w 3816096"/>
              <a:gd name="connsiteY8" fmla="*/ 539020 h 588073"/>
              <a:gd name="connsiteX9" fmla="*/ 310420 w 3816096"/>
              <a:gd name="connsiteY9" fmla="*/ 511874 h 588073"/>
              <a:gd name="connsiteX10" fmla="*/ 270605 w 3816096"/>
              <a:gd name="connsiteY10" fmla="*/ 511874 h 588073"/>
              <a:gd name="connsiteX11" fmla="*/ 270605 w 3816096"/>
              <a:gd name="connsiteY11" fmla="*/ 475869 h 588073"/>
              <a:gd name="connsiteX12" fmla="*/ 230791 w 3816096"/>
              <a:gd name="connsiteY12" fmla="*/ 475869 h 588073"/>
              <a:gd name="connsiteX13" fmla="*/ 230791 w 3816096"/>
              <a:gd name="connsiteY13" fmla="*/ 439865 h 588073"/>
              <a:gd name="connsiteX14" fmla="*/ 198977 w 3816096"/>
              <a:gd name="connsiteY14" fmla="*/ 439865 h 588073"/>
              <a:gd name="connsiteX15" fmla="*/ 198977 w 3816096"/>
              <a:gd name="connsiteY15" fmla="*/ 0 h 588073"/>
              <a:gd name="connsiteX16" fmla="*/ 0 w 3816096"/>
              <a:gd name="connsiteY16" fmla="*/ 0 h 588073"/>
              <a:gd name="connsiteX17" fmla="*/ 0 w 3816096"/>
              <a:gd name="connsiteY17" fmla="*/ 511874 h 588073"/>
              <a:gd name="connsiteX18" fmla="*/ 31814 w 3816096"/>
              <a:gd name="connsiteY18" fmla="*/ 511874 h 588073"/>
              <a:gd name="connsiteX19" fmla="*/ 31814 w 3816096"/>
              <a:gd name="connsiteY19" fmla="*/ 551974 h 588073"/>
              <a:gd name="connsiteX20" fmla="*/ 71628 w 3816096"/>
              <a:gd name="connsiteY20" fmla="*/ 551974 h 588073"/>
              <a:gd name="connsiteX21" fmla="*/ 71628 w 3816096"/>
              <a:gd name="connsiteY21" fmla="*/ 588074 h 588073"/>
              <a:gd name="connsiteX22" fmla="*/ 255842 w 3816096"/>
              <a:gd name="connsiteY22" fmla="*/ 588074 h 588073"/>
              <a:gd name="connsiteX23" fmla="*/ 270605 w 3816096"/>
              <a:gd name="connsiteY23" fmla="*/ 588074 h 588073"/>
              <a:gd name="connsiteX24" fmla="*/ 3426238 w 3816096"/>
              <a:gd name="connsiteY24" fmla="*/ 588074 h 588073"/>
              <a:gd name="connsiteX25" fmla="*/ 3518821 w 3816096"/>
              <a:gd name="connsiteY25" fmla="*/ 588074 h 588073"/>
              <a:gd name="connsiteX26" fmla="*/ 3611404 w 3816096"/>
              <a:gd name="connsiteY26" fmla="*/ 588074 h 588073"/>
              <a:gd name="connsiteX27" fmla="*/ 3703891 w 3816096"/>
              <a:gd name="connsiteY27" fmla="*/ 588074 h 588073"/>
              <a:gd name="connsiteX28" fmla="*/ 3816096 w 3816096"/>
              <a:gd name="connsiteY28" fmla="*/ 588074 h 588073"/>
              <a:gd name="connsiteX29" fmla="*/ 3816096 w 3816096"/>
              <a:gd name="connsiteY29" fmla="*/ 539020 h 588073"/>
              <a:gd name="connsiteX30" fmla="*/ 3703891 w 3816096"/>
              <a:gd name="connsiteY30" fmla="*/ 539020 h 58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6096" h="588073">
                <a:moveTo>
                  <a:pt x="3703891" y="539020"/>
                </a:moveTo>
                <a:lnTo>
                  <a:pt x="3703891" y="478060"/>
                </a:lnTo>
                <a:lnTo>
                  <a:pt x="3611404" y="478060"/>
                </a:lnTo>
                <a:lnTo>
                  <a:pt x="3611404" y="440246"/>
                </a:lnTo>
                <a:lnTo>
                  <a:pt x="3518821" y="440246"/>
                </a:lnTo>
                <a:lnTo>
                  <a:pt x="3518821" y="405670"/>
                </a:lnTo>
                <a:lnTo>
                  <a:pt x="3426238" y="405670"/>
                </a:lnTo>
                <a:lnTo>
                  <a:pt x="3426238" y="539020"/>
                </a:lnTo>
                <a:lnTo>
                  <a:pt x="310420" y="539020"/>
                </a:lnTo>
                <a:lnTo>
                  <a:pt x="310420" y="511874"/>
                </a:lnTo>
                <a:lnTo>
                  <a:pt x="270605" y="511874"/>
                </a:lnTo>
                <a:lnTo>
                  <a:pt x="270605" y="475869"/>
                </a:lnTo>
                <a:lnTo>
                  <a:pt x="230791" y="475869"/>
                </a:lnTo>
                <a:lnTo>
                  <a:pt x="230791" y="439865"/>
                </a:lnTo>
                <a:lnTo>
                  <a:pt x="198977" y="439865"/>
                </a:lnTo>
                <a:lnTo>
                  <a:pt x="198977" y="0"/>
                </a:lnTo>
                <a:lnTo>
                  <a:pt x="0" y="0"/>
                </a:lnTo>
                <a:lnTo>
                  <a:pt x="0" y="511874"/>
                </a:lnTo>
                <a:lnTo>
                  <a:pt x="31814" y="511874"/>
                </a:lnTo>
                <a:lnTo>
                  <a:pt x="31814" y="551974"/>
                </a:lnTo>
                <a:lnTo>
                  <a:pt x="71628" y="551974"/>
                </a:lnTo>
                <a:lnTo>
                  <a:pt x="71628" y="588074"/>
                </a:lnTo>
                <a:lnTo>
                  <a:pt x="255842" y="588074"/>
                </a:lnTo>
                <a:lnTo>
                  <a:pt x="270605" y="588074"/>
                </a:lnTo>
                <a:lnTo>
                  <a:pt x="3426238" y="588074"/>
                </a:lnTo>
                <a:lnTo>
                  <a:pt x="3518821" y="588074"/>
                </a:lnTo>
                <a:lnTo>
                  <a:pt x="3611404" y="588074"/>
                </a:lnTo>
                <a:lnTo>
                  <a:pt x="3703891" y="588074"/>
                </a:lnTo>
                <a:lnTo>
                  <a:pt x="3816096" y="588074"/>
                </a:lnTo>
                <a:lnTo>
                  <a:pt x="3816096" y="539020"/>
                </a:lnTo>
                <a:lnTo>
                  <a:pt x="3703891" y="53902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CE8CC42-425B-ECC7-1B0C-F7DD01A9D499}"/>
              </a:ext>
            </a:extLst>
          </p:cNvPr>
          <p:cNvGrpSpPr/>
          <p:nvPr/>
        </p:nvGrpSpPr>
        <p:grpSpPr>
          <a:xfrm>
            <a:off x="491290" y="4501032"/>
            <a:ext cx="11209421" cy="2191073"/>
            <a:chOff x="1323975" y="2514688"/>
            <a:chExt cx="9543573" cy="1824362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5C943571-2654-6020-247E-7048FC69D820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C17D118E-52F1-E9C6-0036-8C0B5D9BD825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9CB5DA9E-CB21-3EA4-765C-4B4ABEC7178B}"/>
              </a:ext>
            </a:extLst>
          </p:cNvPr>
          <p:cNvGrpSpPr/>
          <p:nvPr/>
        </p:nvGrpSpPr>
        <p:grpSpPr>
          <a:xfrm>
            <a:off x="516525" y="474715"/>
            <a:ext cx="4422193" cy="683393"/>
            <a:chOff x="516525" y="524064"/>
            <a:chExt cx="4422193" cy="683393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9DFDD6D2-39BA-8CF1-C4F3-C368D0A1FFBC}"/>
                </a:ext>
              </a:extLst>
            </p:cNvPr>
            <p:cNvSpPr/>
            <p:nvPr/>
          </p:nvSpPr>
          <p:spPr>
            <a:xfrm>
              <a:off x="1789642" y="604179"/>
              <a:ext cx="2722182" cy="127974"/>
            </a:xfrm>
            <a:prstGeom prst="rect">
              <a:avLst/>
            </a:prstGeom>
            <a:solidFill>
              <a:srgbClr val="01A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79BCE170-E0C3-B64C-2380-A263A833877A}"/>
                </a:ext>
              </a:extLst>
            </p:cNvPr>
            <p:cNvGrpSpPr/>
            <p:nvPr/>
          </p:nvGrpSpPr>
          <p:grpSpPr>
            <a:xfrm>
              <a:off x="516525" y="524064"/>
              <a:ext cx="4422193" cy="683393"/>
              <a:chOff x="4186237" y="3133725"/>
              <a:chExt cx="3816096" cy="588073"/>
            </a:xfrm>
            <a:solidFill>
              <a:schemeClr val="tx1"/>
            </a:solidFill>
          </p:grpSpPr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1A91B568-7A8D-DDAD-3551-6E0AADD61A13}"/>
                  </a:ext>
                </a:extLst>
              </p:cNvPr>
              <p:cNvSpPr/>
              <p:nvPr/>
            </p:nvSpPr>
            <p:spPr>
              <a:xfrm>
                <a:off x="4186237" y="3133725"/>
                <a:ext cx="3816096" cy="588073"/>
              </a:xfrm>
              <a:custGeom>
                <a:avLst/>
                <a:gdLst>
                  <a:gd name="connsiteX0" fmla="*/ 3703891 w 3816096"/>
                  <a:gd name="connsiteY0" fmla="*/ 539020 h 588073"/>
                  <a:gd name="connsiteX1" fmla="*/ 3703891 w 3816096"/>
                  <a:gd name="connsiteY1" fmla="*/ 478060 h 588073"/>
                  <a:gd name="connsiteX2" fmla="*/ 3611404 w 3816096"/>
                  <a:gd name="connsiteY2" fmla="*/ 478060 h 588073"/>
                  <a:gd name="connsiteX3" fmla="*/ 3611404 w 3816096"/>
                  <a:gd name="connsiteY3" fmla="*/ 440246 h 588073"/>
                  <a:gd name="connsiteX4" fmla="*/ 3518821 w 3816096"/>
                  <a:gd name="connsiteY4" fmla="*/ 440246 h 588073"/>
                  <a:gd name="connsiteX5" fmla="*/ 3518821 w 3816096"/>
                  <a:gd name="connsiteY5" fmla="*/ 405670 h 588073"/>
                  <a:gd name="connsiteX6" fmla="*/ 3426238 w 3816096"/>
                  <a:gd name="connsiteY6" fmla="*/ 405670 h 588073"/>
                  <a:gd name="connsiteX7" fmla="*/ 3426238 w 3816096"/>
                  <a:gd name="connsiteY7" fmla="*/ 539020 h 588073"/>
                  <a:gd name="connsiteX8" fmla="*/ 310420 w 3816096"/>
                  <a:gd name="connsiteY8" fmla="*/ 539020 h 588073"/>
                  <a:gd name="connsiteX9" fmla="*/ 310420 w 3816096"/>
                  <a:gd name="connsiteY9" fmla="*/ 511874 h 588073"/>
                  <a:gd name="connsiteX10" fmla="*/ 270605 w 3816096"/>
                  <a:gd name="connsiteY10" fmla="*/ 511874 h 588073"/>
                  <a:gd name="connsiteX11" fmla="*/ 270605 w 3816096"/>
                  <a:gd name="connsiteY11" fmla="*/ 475869 h 588073"/>
                  <a:gd name="connsiteX12" fmla="*/ 230791 w 3816096"/>
                  <a:gd name="connsiteY12" fmla="*/ 475869 h 588073"/>
                  <a:gd name="connsiteX13" fmla="*/ 230791 w 3816096"/>
                  <a:gd name="connsiteY13" fmla="*/ 439865 h 588073"/>
                  <a:gd name="connsiteX14" fmla="*/ 198977 w 3816096"/>
                  <a:gd name="connsiteY14" fmla="*/ 439865 h 588073"/>
                  <a:gd name="connsiteX15" fmla="*/ 198977 w 3816096"/>
                  <a:gd name="connsiteY15" fmla="*/ 0 h 588073"/>
                  <a:gd name="connsiteX16" fmla="*/ 0 w 3816096"/>
                  <a:gd name="connsiteY16" fmla="*/ 0 h 588073"/>
                  <a:gd name="connsiteX17" fmla="*/ 0 w 3816096"/>
                  <a:gd name="connsiteY17" fmla="*/ 511874 h 588073"/>
                  <a:gd name="connsiteX18" fmla="*/ 31814 w 3816096"/>
                  <a:gd name="connsiteY18" fmla="*/ 511874 h 588073"/>
                  <a:gd name="connsiteX19" fmla="*/ 31814 w 3816096"/>
                  <a:gd name="connsiteY19" fmla="*/ 551974 h 588073"/>
                  <a:gd name="connsiteX20" fmla="*/ 71628 w 3816096"/>
                  <a:gd name="connsiteY20" fmla="*/ 551974 h 588073"/>
                  <a:gd name="connsiteX21" fmla="*/ 71628 w 3816096"/>
                  <a:gd name="connsiteY21" fmla="*/ 588074 h 588073"/>
                  <a:gd name="connsiteX22" fmla="*/ 255842 w 3816096"/>
                  <a:gd name="connsiteY22" fmla="*/ 588074 h 588073"/>
                  <a:gd name="connsiteX23" fmla="*/ 270605 w 3816096"/>
                  <a:gd name="connsiteY23" fmla="*/ 588074 h 588073"/>
                  <a:gd name="connsiteX24" fmla="*/ 3426238 w 3816096"/>
                  <a:gd name="connsiteY24" fmla="*/ 588074 h 588073"/>
                  <a:gd name="connsiteX25" fmla="*/ 3518821 w 3816096"/>
                  <a:gd name="connsiteY25" fmla="*/ 588074 h 588073"/>
                  <a:gd name="connsiteX26" fmla="*/ 3611404 w 3816096"/>
                  <a:gd name="connsiteY26" fmla="*/ 588074 h 588073"/>
                  <a:gd name="connsiteX27" fmla="*/ 3703891 w 3816096"/>
                  <a:gd name="connsiteY27" fmla="*/ 588074 h 588073"/>
                  <a:gd name="connsiteX28" fmla="*/ 3816096 w 3816096"/>
                  <a:gd name="connsiteY28" fmla="*/ 588074 h 588073"/>
                  <a:gd name="connsiteX29" fmla="*/ 3816096 w 3816096"/>
                  <a:gd name="connsiteY29" fmla="*/ 539020 h 588073"/>
                  <a:gd name="connsiteX30" fmla="*/ 3703891 w 3816096"/>
                  <a:gd name="connsiteY30" fmla="*/ 539020 h 58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816096" h="588073">
                    <a:moveTo>
                      <a:pt x="3703891" y="539020"/>
                    </a:moveTo>
                    <a:lnTo>
                      <a:pt x="3703891" y="478060"/>
                    </a:lnTo>
                    <a:lnTo>
                      <a:pt x="3611404" y="478060"/>
                    </a:lnTo>
                    <a:lnTo>
                      <a:pt x="3611404" y="440246"/>
                    </a:lnTo>
                    <a:lnTo>
                      <a:pt x="3518821" y="440246"/>
                    </a:lnTo>
                    <a:lnTo>
                      <a:pt x="3518821" y="405670"/>
                    </a:lnTo>
                    <a:lnTo>
                      <a:pt x="3426238" y="405670"/>
                    </a:lnTo>
                    <a:lnTo>
                      <a:pt x="3426238" y="539020"/>
                    </a:lnTo>
                    <a:lnTo>
                      <a:pt x="310420" y="539020"/>
                    </a:lnTo>
                    <a:lnTo>
                      <a:pt x="310420" y="511874"/>
                    </a:lnTo>
                    <a:lnTo>
                      <a:pt x="270605" y="511874"/>
                    </a:lnTo>
                    <a:lnTo>
                      <a:pt x="270605" y="475869"/>
                    </a:lnTo>
                    <a:lnTo>
                      <a:pt x="230791" y="475869"/>
                    </a:lnTo>
                    <a:lnTo>
                      <a:pt x="230791" y="439865"/>
                    </a:lnTo>
                    <a:lnTo>
                      <a:pt x="198977" y="439865"/>
                    </a:lnTo>
                    <a:lnTo>
                      <a:pt x="198977" y="0"/>
                    </a:lnTo>
                    <a:lnTo>
                      <a:pt x="0" y="0"/>
                    </a:lnTo>
                    <a:lnTo>
                      <a:pt x="0" y="511874"/>
                    </a:lnTo>
                    <a:lnTo>
                      <a:pt x="31814" y="511874"/>
                    </a:lnTo>
                    <a:lnTo>
                      <a:pt x="31814" y="551974"/>
                    </a:lnTo>
                    <a:lnTo>
                      <a:pt x="71628" y="551974"/>
                    </a:lnTo>
                    <a:lnTo>
                      <a:pt x="71628" y="588074"/>
                    </a:lnTo>
                    <a:lnTo>
                      <a:pt x="255842" y="588074"/>
                    </a:lnTo>
                    <a:lnTo>
                      <a:pt x="270605" y="588074"/>
                    </a:lnTo>
                    <a:lnTo>
                      <a:pt x="3426238" y="588074"/>
                    </a:lnTo>
                    <a:lnTo>
                      <a:pt x="3518821" y="588074"/>
                    </a:lnTo>
                    <a:lnTo>
                      <a:pt x="3611404" y="588074"/>
                    </a:lnTo>
                    <a:lnTo>
                      <a:pt x="3703891" y="588074"/>
                    </a:lnTo>
                    <a:lnTo>
                      <a:pt x="3816096" y="588074"/>
                    </a:lnTo>
                    <a:lnTo>
                      <a:pt x="3816096" y="539020"/>
                    </a:lnTo>
                    <a:lnTo>
                      <a:pt x="3703891" y="5390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864B4CDD-1A59-E83A-0607-4959FA418BE8}"/>
                  </a:ext>
                </a:extLst>
              </p:cNvPr>
              <p:cNvSpPr/>
              <p:nvPr/>
            </p:nvSpPr>
            <p:spPr>
              <a:xfrm>
                <a:off x="4521898" y="3133725"/>
                <a:ext cx="3321938" cy="259365"/>
              </a:xfrm>
              <a:custGeom>
                <a:avLst/>
                <a:gdLst>
                  <a:gd name="connsiteX0" fmla="*/ 724472 w 3321938"/>
                  <a:gd name="connsiteY0" fmla="*/ 259366 h 259365"/>
                  <a:gd name="connsiteX1" fmla="*/ 3092196 w 3321938"/>
                  <a:gd name="connsiteY1" fmla="*/ 259366 h 259365"/>
                  <a:gd name="connsiteX2" fmla="*/ 3286220 w 3321938"/>
                  <a:gd name="connsiteY2" fmla="*/ 259366 h 259365"/>
                  <a:gd name="connsiteX3" fmla="*/ 3321939 w 3321938"/>
                  <a:gd name="connsiteY3" fmla="*/ 259366 h 259365"/>
                  <a:gd name="connsiteX4" fmla="*/ 3321939 w 3321938"/>
                  <a:gd name="connsiteY4" fmla="*/ 0 h 259365"/>
                  <a:gd name="connsiteX5" fmla="*/ 3092196 w 3321938"/>
                  <a:gd name="connsiteY5" fmla="*/ 0 h 259365"/>
                  <a:gd name="connsiteX6" fmla="*/ 3092196 w 3321938"/>
                  <a:gd name="connsiteY6" fmla="*/ 221075 h 259365"/>
                  <a:gd name="connsiteX7" fmla="*/ 776573 w 3321938"/>
                  <a:gd name="connsiteY7" fmla="*/ 221075 h 259365"/>
                  <a:gd name="connsiteX8" fmla="*/ 776573 w 3321938"/>
                  <a:gd name="connsiteY8" fmla="*/ 3429 h 259365"/>
                  <a:gd name="connsiteX9" fmla="*/ 0 w 3321938"/>
                  <a:gd name="connsiteY9" fmla="*/ 3429 h 259365"/>
                  <a:gd name="connsiteX10" fmla="*/ 0 w 3321938"/>
                  <a:gd name="connsiteY10" fmla="*/ 259366 h 259365"/>
                  <a:gd name="connsiteX11" fmla="*/ 724472 w 3321938"/>
                  <a:gd name="connsiteY11" fmla="*/ 259366 h 259365"/>
                  <a:gd name="connsiteX12" fmla="*/ 724472 w 3321938"/>
                  <a:gd name="connsiteY12" fmla="*/ 259366 h 25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21938" h="259365">
                    <a:moveTo>
                      <a:pt x="724472" y="259366"/>
                    </a:moveTo>
                    <a:lnTo>
                      <a:pt x="3092196" y="259366"/>
                    </a:lnTo>
                    <a:lnTo>
                      <a:pt x="3286220" y="259366"/>
                    </a:lnTo>
                    <a:lnTo>
                      <a:pt x="3321939" y="259366"/>
                    </a:lnTo>
                    <a:lnTo>
                      <a:pt x="3321939" y="0"/>
                    </a:lnTo>
                    <a:lnTo>
                      <a:pt x="3092196" y="0"/>
                    </a:lnTo>
                    <a:lnTo>
                      <a:pt x="3092196" y="221075"/>
                    </a:lnTo>
                    <a:lnTo>
                      <a:pt x="776573" y="221075"/>
                    </a:lnTo>
                    <a:lnTo>
                      <a:pt x="776573" y="3429"/>
                    </a:lnTo>
                    <a:lnTo>
                      <a:pt x="0" y="3429"/>
                    </a:lnTo>
                    <a:lnTo>
                      <a:pt x="0" y="259366"/>
                    </a:lnTo>
                    <a:lnTo>
                      <a:pt x="724472" y="259366"/>
                    </a:lnTo>
                    <a:lnTo>
                      <a:pt x="724472" y="2593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6E426232-AE08-72FC-13BB-11A61A6CA73E}"/>
                </a:ext>
              </a:extLst>
            </p:cNvPr>
            <p:cNvGrpSpPr/>
            <p:nvPr/>
          </p:nvGrpSpPr>
          <p:grpSpPr>
            <a:xfrm>
              <a:off x="983432" y="579947"/>
              <a:ext cx="645249" cy="183028"/>
              <a:chOff x="983432" y="579947"/>
              <a:chExt cx="645249" cy="183028"/>
            </a:xfrm>
          </p:grpSpPr>
          <p:grpSp>
            <p:nvGrpSpPr>
              <p:cNvPr id="21" name="그래픽 17">
                <a:extLst>
                  <a:ext uri="{FF2B5EF4-FFF2-40B4-BE49-F238E27FC236}">
                    <a16:creationId xmlns:a16="http://schemas.microsoft.com/office/drawing/2014/main" id="{599B8D1E-AB4A-3BA5-3249-565B6F03659F}"/>
                  </a:ext>
                </a:extLst>
              </p:cNvPr>
              <p:cNvGrpSpPr/>
              <p:nvPr/>
            </p:nvGrpSpPr>
            <p:grpSpPr>
              <a:xfrm>
                <a:off x="983432" y="579947"/>
                <a:ext cx="645249" cy="183028"/>
                <a:chOff x="983432" y="579947"/>
                <a:chExt cx="645249" cy="183028"/>
              </a:xfrm>
              <a:solidFill>
                <a:srgbClr val="F9D071"/>
              </a:solidFill>
            </p:grpSpPr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DEB7902D-E034-623B-4E52-6CD0512EC156}"/>
                    </a:ext>
                  </a:extLst>
                </p:cNvPr>
                <p:cNvSpPr/>
                <p:nvPr/>
              </p:nvSpPr>
              <p:spPr>
                <a:xfrm>
                  <a:off x="983432" y="579947"/>
                  <a:ext cx="219090" cy="183028"/>
                </a:xfrm>
                <a:custGeom>
                  <a:avLst/>
                  <a:gdLst>
                    <a:gd name="connsiteX0" fmla="*/ 164527 w 219090"/>
                    <a:gd name="connsiteY0" fmla="*/ 86863 h 183028"/>
                    <a:gd name="connsiteX1" fmla="*/ 109231 w 219090"/>
                    <a:gd name="connsiteY1" fmla="*/ 86863 h 183028"/>
                    <a:gd name="connsiteX2" fmla="*/ 109231 w 219090"/>
                    <a:gd name="connsiteY2" fmla="*/ 0 h 183028"/>
                    <a:gd name="connsiteX3" fmla="*/ 0 w 219090"/>
                    <a:gd name="connsiteY3" fmla="*/ 0 h 183028"/>
                    <a:gd name="connsiteX4" fmla="*/ 0 w 219090"/>
                    <a:gd name="connsiteY4" fmla="*/ 183028 h 183028"/>
                    <a:gd name="connsiteX5" fmla="*/ 109231 w 219090"/>
                    <a:gd name="connsiteY5" fmla="*/ 183028 h 183028"/>
                    <a:gd name="connsiteX6" fmla="*/ 109231 w 219090"/>
                    <a:gd name="connsiteY6" fmla="*/ 130033 h 183028"/>
                    <a:gd name="connsiteX7" fmla="*/ 164527 w 219090"/>
                    <a:gd name="connsiteY7" fmla="*/ 130033 h 183028"/>
                    <a:gd name="connsiteX8" fmla="*/ 164527 w 219090"/>
                    <a:gd name="connsiteY8" fmla="*/ 183028 h 183028"/>
                    <a:gd name="connsiteX9" fmla="*/ 219090 w 219090"/>
                    <a:gd name="connsiteY9" fmla="*/ 183028 h 183028"/>
                    <a:gd name="connsiteX10" fmla="*/ 219090 w 219090"/>
                    <a:gd name="connsiteY10" fmla="*/ 0 h 183028"/>
                    <a:gd name="connsiteX11" fmla="*/ 164527 w 219090"/>
                    <a:gd name="connsiteY11" fmla="*/ 0 h 183028"/>
                    <a:gd name="connsiteX12" fmla="*/ 164527 w 219090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9090" h="183028">
                      <a:moveTo>
                        <a:pt x="164527" y="86863"/>
                      </a:moveTo>
                      <a:lnTo>
                        <a:pt x="109231" y="86863"/>
                      </a:lnTo>
                      <a:lnTo>
                        <a:pt x="109231" y="0"/>
                      </a:ln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164527" y="130033"/>
                      </a:lnTo>
                      <a:lnTo>
                        <a:pt x="164527" y="183028"/>
                      </a:lnTo>
                      <a:lnTo>
                        <a:pt x="219090" y="183028"/>
                      </a:lnTo>
                      <a:lnTo>
                        <a:pt x="219090" y="0"/>
                      </a:lnTo>
                      <a:lnTo>
                        <a:pt x="164527" y="0"/>
                      </a:lnTo>
                      <a:lnTo>
                        <a:pt x="164527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" name="자유형: 도형 23">
                  <a:extLst>
                    <a:ext uri="{FF2B5EF4-FFF2-40B4-BE49-F238E27FC236}">
                      <a16:creationId xmlns:a16="http://schemas.microsoft.com/office/drawing/2014/main" id="{810FF81E-A1CC-BF18-B29E-288D0AA52523}"/>
                    </a:ext>
                  </a:extLst>
                </p:cNvPr>
                <p:cNvSpPr/>
                <p:nvPr/>
              </p:nvSpPr>
              <p:spPr>
                <a:xfrm>
                  <a:off x="1249141" y="579947"/>
                  <a:ext cx="217417" cy="183028"/>
                </a:xfrm>
                <a:custGeom>
                  <a:avLst/>
                  <a:gdLst>
                    <a:gd name="connsiteX0" fmla="*/ 211460 w 217417"/>
                    <a:gd name="connsiteY0" fmla="*/ 0 h 183028"/>
                    <a:gd name="connsiteX1" fmla="*/ 0 w 217417"/>
                    <a:gd name="connsiteY1" fmla="*/ 0 h 183028"/>
                    <a:gd name="connsiteX2" fmla="*/ 0 w 217417"/>
                    <a:gd name="connsiteY2" fmla="*/ 183028 h 183028"/>
                    <a:gd name="connsiteX3" fmla="*/ 109231 w 217417"/>
                    <a:gd name="connsiteY3" fmla="*/ 183028 h 183028"/>
                    <a:gd name="connsiteX4" fmla="*/ 109231 w 217417"/>
                    <a:gd name="connsiteY4" fmla="*/ 130033 h 183028"/>
                    <a:gd name="connsiteX5" fmla="*/ 217418 w 217417"/>
                    <a:gd name="connsiteY5" fmla="*/ 130033 h 183028"/>
                    <a:gd name="connsiteX6" fmla="*/ 217418 w 217417"/>
                    <a:gd name="connsiteY6" fmla="*/ 0 h 183028"/>
                    <a:gd name="connsiteX7" fmla="*/ 211564 w 217417"/>
                    <a:gd name="connsiteY7" fmla="*/ 0 h 183028"/>
                    <a:gd name="connsiteX8" fmla="*/ 109231 w 217417"/>
                    <a:gd name="connsiteY8" fmla="*/ 86863 h 183028"/>
                    <a:gd name="connsiteX9" fmla="*/ 109231 w 217417"/>
                    <a:gd name="connsiteY9" fmla="*/ 43170 h 183028"/>
                    <a:gd name="connsiteX10" fmla="*/ 162750 w 217417"/>
                    <a:gd name="connsiteY10" fmla="*/ 43170 h 183028"/>
                    <a:gd name="connsiteX11" fmla="*/ 162750 w 217417"/>
                    <a:gd name="connsiteY11" fmla="*/ 86863 h 183028"/>
                    <a:gd name="connsiteX12" fmla="*/ 109231 w 217417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417" h="183028">
                      <a:moveTo>
                        <a:pt x="211460" y="0"/>
                      </a:move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217418" y="130033"/>
                      </a:lnTo>
                      <a:lnTo>
                        <a:pt x="217418" y="0"/>
                      </a:lnTo>
                      <a:lnTo>
                        <a:pt x="211564" y="0"/>
                      </a:lnTo>
                      <a:close/>
                      <a:moveTo>
                        <a:pt x="109231" y="86863"/>
                      </a:moveTo>
                      <a:lnTo>
                        <a:pt x="109231" y="43170"/>
                      </a:lnTo>
                      <a:lnTo>
                        <a:pt x="162750" y="43170"/>
                      </a:lnTo>
                      <a:lnTo>
                        <a:pt x="162750" y="86863"/>
                      </a:lnTo>
                      <a:lnTo>
                        <a:pt x="109231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" name="자유형: 도형 24">
                  <a:extLst>
                    <a:ext uri="{FF2B5EF4-FFF2-40B4-BE49-F238E27FC236}">
                      <a16:creationId xmlns:a16="http://schemas.microsoft.com/office/drawing/2014/main" id="{8D75E62F-0F96-5CC7-F2AA-3C5C42370487}"/>
                    </a:ext>
                  </a:extLst>
                </p:cNvPr>
                <p:cNvSpPr/>
                <p:nvPr/>
              </p:nvSpPr>
              <p:spPr>
                <a:xfrm>
                  <a:off x="1592410" y="579947"/>
                  <a:ext cx="36271" cy="36271"/>
                </a:xfrm>
                <a:custGeom>
                  <a:avLst/>
                  <a:gdLst>
                    <a:gd name="connsiteX0" fmla="*/ 0 w 36271"/>
                    <a:gd name="connsiteY0" fmla="*/ 0 h 36271"/>
                    <a:gd name="connsiteX1" fmla="*/ 36271 w 36271"/>
                    <a:gd name="connsiteY1" fmla="*/ 0 h 36271"/>
                    <a:gd name="connsiteX2" fmla="*/ 36271 w 36271"/>
                    <a:gd name="connsiteY2" fmla="*/ 36271 h 36271"/>
                    <a:gd name="connsiteX3" fmla="*/ 0 w 36271"/>
                    <a:gd name="connsiteY3" fmla="*/ 36271 h 36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271" h="36271">
                      <a:moveTo>
                        <a:pt x="0" y="0"/>
                      </a:moveTo>
                      <a:lnTo>
                        <a:pt x="36271" y="0"/>
                      </a:lnTo>
                      <a:lnTo>
                        <a:pt x="36271" y="36271"/>
                      </a:lnTo>
                      <a:lnTo>
                        <a:pt x="0" y="36271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7E20F52D-3F1C-4435-EFDF-9B76E1C9717A}"/>
                  </a:ext>
                </a:extLst>
              </p:cNvPr>
              <p:cNvSpPr/>
              <p:nvPr/>
            </p:nvSpPr>
            <p:spPr>
              <a:xfrm>
                <a:off x="1592410" y="726704"/>
                <a:ext cx="36271" cy="36271"/>
              </a:xfrm>
              <a:custGeom>
                <a:avLst/>
                <a:gdLst>
                  <a:gd name="connsiteX0" fmla="*/ 0 w 36271"/>
                  <a:gd name="connsiteY0" fmla="*/ 0 h 36271"/>
                  <a:gd name="connsiteX1" fmla="*/ 36271 w 36271"/>
                  <a:gd name="connsiteY1" fmla="*/ 0 h 36271"/>
                  <a:gd name="connsiteX2" fmla="*/ 36271 w 36271"/>
                  <a:gd name="connsiteY2" fmla="*/ 36271 h 36271"/>
                  <a:gd name="connsiteX3" fmla="*/ 0 w 36271"/>
                  <a:gd name="connsiteY3" fmla="*/ 36271 h 3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271" h="36271">
                    <a:moveTo>
                      <a:pt x="0" y="0"/>
                    </a:moveTo>
                    <a:lnTo>
                      <a:pt x="36271" y="0"/>
                    </a:lnTo>
                    <a:lnTo>
                      <a:pt x="36271" y="36271"/>
                    </a:lnTo>
                    <a:lnTo>
                      <a:pt x="0" y="36271"/>
                    </a:lnTo>
                    <a:close/>
                  </a:path>
                </a:pathLst>
              </a:custGeom>
              <a:solidFill>
                <a:srgbClr val="F9D071"/>
              </a:solidFill>
              <a:ln w="1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30E365E-9693-0249-D933-87EF994EE04E}"/>
              </a:ext>
            </a:extLst>
          </p:cNvPr>
          <p:cNvGrpSpPr/>
          <p:nvPr/>
        </p:nvGrpSpPr>
        <p:grpSpPr>
          <a:xfrm>
            <a:off x="8040216" y="3752067"/>
            <a:ext cx="3081182" cy="421124"/>
            <a:chOff x="7983370" y="3727749"/>
            <a:chExt cx="3259110" cy="445442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947A9A49-C363-71EE-22C2-F337AFD52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44272" y="3727749"/>
              <a:ext cx="445442" cy="445442"/>
            </a:xfrm>
            <a:prstGeom prst="rect">
              <a:avLst/>
            </a:prstGeom>
          </p:spPr>
        </p:pic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FE150B6C-9017-0C80-594E-E63996FB9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106942" y="3727749"/>
              <a:ext cx="445442" cy="445442"/>
            </a:xfrm>
            <a:prstGeom prst="rect">
              <a:avLst/>
            </a:prstGeom>
          </p:spPr>
        </p:pic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410285DF-D5B4-DF9F-637C-A2C833051D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62964" y="3727749"/>
              <a:ext cx="445442" cy="445442"/>
            </a:xfrm>
            <a:prstGeom prst="rect">
              <a:avLst/>
            </a:prstGeom>
          </p:spPr>
        </p:pic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B86DA5A4-3755-00F8-3D5D-08FB818EB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30001" y="3727749"/>
              <a:ext cx="445442" cy="445442"/>
            </a:xfrm>
            <a:prstGeom prst="rect">
              <a:avLst/>
            </a:prstGeom>
          </p:spPr>
        </p:pic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20DD7DA7-C342-6A56-FAAB-A3F7A65A2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97038" y="3727749"/>
              <a:ext cx="445442" cy="445442"/>
            </a:xfrm>
            <a:prstGeom prst="rect">
              <a:avLst/>
            </a:prstGeom>
          </p:spPr>
        </p:pic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D78CBD9C-834C-B7C7-9CEA-D362807DC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83370" y="3727749"/>
              <a:ext cx="445442" cy="445442"/>
            </a:xfrm>
            <a:prstGeom prst="rect">
              <a:avLst/>
            </a:prstGeom>
          </p:spPr>
        </p:pic>
      </p:grpSp>
      <p:pic>
        <p:nvPicPr>
          <p:cNvPr id="37" name="그래픽 36">
            <a:extLst>
              <a:ext uri="{FF2B5EF4-FFF2-40B4-BE49-F238E27FC236}">
                <a16:creationId xmlns:a16="http://schemas.microsoft.com/office/drawing/2014/main" id="{303A2412-B301-1921-E9A8-6E05CCBCF0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00141" y="3749006"/>
            <a:ext cx="425738" cy="425738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670AED91-9362-C5A7-F7D5-482B247547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3930" y="3749006"/>
            <a:ext cx="425738" cy="42573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5A9DDB9-1831-7BCC-48C7-E7C404EF99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494" y="1340836"/>
            <a:ext cx="2563006" cy="2552755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3ACFF3CA-FF5D-255B-4F46-C8186DBBA8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5882" y="3749006"/>
            <a:ext cx="425738" cy="4257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69F3E2-6ADB-09EA-D8BA-1DAA08C597B9}"/>
              </a:ext>
            </a:extLst>
          </p:cNvPr>
          <p:cNvSpPr txBox="1"/>
          <p:nvPr/>
        </p:nvSpPr>
        <p:spPr>
          <a:xfrm>
            <a:off x="767408" y="4773569"/>
            <a:ext cx="10540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박천호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VS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를 오랜만에 쓰다 보니 인코딩 하는 부분이 맞지 않아 처음에 한글이 나오지 않았던 문제      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          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가 있었다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. </a:t>
            </a:r>
          </a:p>
          <a:p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장규환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: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투두리스트와 </a:t>
            </a:r>
            <a:r>
              <a:rPr lang="ko-KR" altLang="en-US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다마고치를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결합 해야 하다 보니 어려운 점이 생겼던 것 같고 배운 개념을 적용</a:t>
            </a:r>
            <a:endParaRPr lang="en-US" altLang="ko-KR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r>
              <a:rPr lang="en-US" altLang="ko-KR">
                <a:latin typeface="HY견고딕" panose="02030600000101010101" pitchFamily="18" charset="-127"/>
                <a:ea typeface="HY견고딕" panose="02030600000101010101" pitchFamily="18" charset="-127"/>
              </a:rPr>
              <a:t>           </a:t>
            </a:r>
            <a:r>
              <a:rPr lang="ko-KR" altLang="en-US">
                <a:latin typeface="HY견고딕" panose="02030600000101010101" pitchFamily="18" charset="-127"/>
                <a:ea typeface="HY견고딕" panose="02030600000101010101" pitchFamily="18" charset="-127"/>
              </a:rPr>
              <a:t>하는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것이 어려웠다</a:t>
            </a:r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4D67E30E-0B2D-98C8-2CA0-0D54FB2FF8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491290" y="2220784"/>
            <a:ext cx="2232248" cy="213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5F71EAF5-7FDB-9A72-447B-09BB5DF7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614" y="-126999"/>
            <a:ext cx="3577000" cy="35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07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BF728-F937-0346-60FE-589B15C8D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그룹 70">
            <a:extLst>
              <a:ext uri="{FF2B5EF4-FFF2-40B4-BE49-F238E27FC236}">
                <a16:creationId xmlns:a16="http://schemas.microsoft.com/office/drawing/2014/main" id="{0B9FB019-7D39-6E06-67AC-6272D48572E4}"/>
              </a:ext>
            </a:extLst>
          </p:cNvPr>
          <p:cNvGrpSpPr/>
          <p:nvPr/>
        </p:nvGrpSpPr>
        <p:grpSpPr>
          <a:xfrm>
            <a:off x="516525" y="474715"/>
            <a:ext cx="4422193" cy="683393"/>
            <a:chOff x="516525" y="524064"/>
            <a:chExt cx="4422193" cy="68339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3F26D3A8-B535-DB4A-7370-6EFF621B8ECC}"/>
                </a:ext>
              </a:extLst>
            </p:cNvPr>
            <p:cNvSpPr/>
            <p:nvPr/>
          </p:nvSpPr>
          <p:spPr>
            <a:xfrm>
              <a:off x="1789642" y="604179"/>
              <a:ext cx="2722182" cy="127974"/>
            </a:xfrm>
            <a:prstGeom prst="rect">
              <a:avLst/>
            </a:prstGeom>
            <a:solidFill>
              <a:srgbClr val="01A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8E9C2536-4756-F108-4113-48AC55391BC3}"/>
                </a:ext>
              </a:extLst>
            </p:cNvPr>
            <p:cNvGrpSpPr/>
            <p:nvPr/>
          </p:nvGrpSpPr>
          <p:grpSpPr>
            <a:xfrm>
              <a:off x="516525" y="524064"/>
              <a:ext cx="4422193" cy="683393"/>
              <a:chOff x="4186237" y="3133725"/>
              <a:chExt cx="3816096" cy="588073"/>
            </a:xfrm>
            <a:solidFill>
              <a:schemeClr val="tx1"/>
            </a:solidFill>
          </p:grpSpPr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27284D43-E37C-642F-26F3-63476BA02B69}"/>
                  </a:ext>
                </a:extLst>
              </p:cNvPr>
              <p:cNvSpPr/>
              <p:nvPr/>
            </p:nvSpPr>
            <p:spPr>
              <a:xfrm>
                <a:off x="4186237" y="3133725"/>
                <a:ext cx="3816096" cy="588073"/>
              </a:xfrm>
              <a:custGeom>
                <a:avLst/>
                <a:gdLst>
                  <a:gd name="connsiteX0" fmla="*/ 3703891 w 3816096"/>
                  <a:gd name="connsiteY0" fmla="*/ 539020 h 588073"/>
                  <a:gd name="connsiteX1" fmla="*/ 3703891 w 3816096"/>
                  <a:gd name="connsiteY1" fmla="*/ 478060 h 588073"/>
                  <a:gd name="connsiteX2" fmla="*/ 3611404 w 3816096"/>
                  <a:gd name="connsiteY2" fmla="*/ 478060 h 588073"/>
                  <a:gd name="connsiteX3" fmla="*/ 3611404 w 3816096"/>
                  <a:gd name="connsiteY3" fmla="*/ 440246 h 588073"/>
                  <a:gd name="connsiteX4" fmla="*/ 3518821 w 3816096"/>
                  <a:gd name="connsiteY4" fmla="*/ 440246 h 588073"/>
                  <a:gd name="connsiteX5" fmla="*/ 3518821 w 3816096"/>
                  <a:gd name="connsiteY5" fmla="*/ 405670 h 588073"/>
                  <a:gd name="connsiteX6" fmla="*/ 3426238 w 3816096"/>
                  <a:gd name="connsiteY6" fmla="*/ 405670 h 588073"/>
                  <a:gd name="connsiteX7" fmla="*/ 3426238 w 3816096"/>
                  <a:gd name="connsiteY7" fmla="*/ 539020 h 588073"/>
                  <a:gd name="connsiteX8" fmla="*/ 310420 w 3816096"/>
                  <a:gd name="connsiteY8" fmla="*/ 539020 h 588073"/>
                  <a:gd name="connsiteX9" fmla="*/ 310420 w 3816096"/>
                  <a:gd name="connsiteY9" fmla="*/ 511874 h 588073"/>
                  <a:gd name="connsiteX10" fmla="*/ 270605 w 3816096"/>
                  <a:gd name="connsiteY10" fmla="*/ 511874 h 588073"/>
                  <a:gd name="connsiteX11" fmla="*/ 270605 w 3816096"/>
                  <a:gd name="connsiteY11" fmla="*/ 475869 h 588073"/>
                  <a:gd name="connsiteX12" fmla="*/ 230791 w 3816096"/>
                  <a:gd name="connsiteY12" fmla="*/ 475869 h 588073"/>
                  <a:gd name="connsiteX13" fmla="*/ 230791 w 3816096"/>
                  <a:gd name="connsiteY13" fmla="*/ 439865 h 588073"/>
                  <a:gd name="connsiteX14" fmla="*/ 198977 w 3816096"/>
                  <a:gd name="connsiteY14" fmla="*/ 439865 h 588073"/>
                  <a:gd name="connsiteX15" fmla="*/ 198977 w 3816096"/>
                  <a:gd name="connsiteY15" fmla="*/ 0 h 588073"/>
                  <a:gd name="connsiteX16" fmla="*/ 0 w 3816096"/>
                  <a:gd name="connsiteY16" fmla="*/ 0 h 588073"/>
                  <a:gd name="connsiteX17" fmla="*/ 0 w 3816096"/>
                  <a:gd name="connsiteY17" fmla="*/ 511874 h 588073"/>
                  <a:gd name="connsiteX18" fmla="*/ 31814 w 3816096"/>
                  <a:gd name="connsiteY18" fmla="*/ 511874 h 588073"/>
                  <a:gd name="connsiteX19" fmla="*/ 31814 w 3816096"/>
                  <a:gd name="connsiteY19" fmla="*/ 551974 h 588073"/>
                  <a:gd name="connsiteX20" fmla="*/ 71628 w 3816096"/>
                  <a:gd name="connsiteY20" fmla="*/ 551974 h 588073"/>
                  <a:gd name="connsiteX21" fmla="*/ 71628 w 3816096"/>
                  <a:gd name="connsiteY21" fmla="*/ 588074 h 588073"/>
                  <a:gd name="connsiteX22" fmla="*/ 255842 w 3816096"/>
                  <a:gd name="connsiteY22" fmla="*/ 588074 h 588073"/>
                  <a:gd name="connsiteX23" fmla="*/ 270605 w 3816096"/>
                  <a:gd name="connsiteY23" fmla="*/ 588074 h 588073"/>
                  <a:gd name="connsiteX24" fmla="*/ 3426238 w 3816096"/>
                  <a:gd name="connsiteY24" fmla="*/ 588074 h 588073"/>
                  <a:gd name="connsiteX25" fmla="*/ 3518821 w 3816096"/>
                  <a:gd name="connsiteY25" fmla="*/ 588074 h 588073"/>
                  <a:gd name="connsiteX26" fmla="*/ 3611404 w 3816096"/>
                  <a:gd name="connsiteY26" fmla="*/ 588074 h 588073"/>
                  <a:gd name="connsiteX27" fmla="*/ 3703891 w 3816096"/>
                  <a:gd name="connsiteY27" fmla="*/ 588074 h 588073"/>
                  <a:gd name="connsiteX28" fmla="*/ 3816096 w 3816096"/>
                  <a:gd name="connsiteY28" fmla="*/ 588074 h 588073"/>
                  <a:gd name="connsiteX29" fmla="*/ 3816096 w 3816096"/>
                  <a:gd name="connsiteY29" fmla="*/ 539020 h 588073"/>
                  <a:gd name="connsiteX30" fmla="*/ 3703891 w 3816096"/>
                  <a:gd name="connsiteY30" fmla="*/ 539020 h 58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816096" h="588073">
                    <a:moveTo>
                      <a:pt x="3703891" y="539020"/>
                    </a:moveTo>
                    <a:lnTo>
                      <a:pt x="3703891" y="478060"/>
                    </a:lnTo>
                    <a:lnTo>
                      <a:pt x="3611404" y="478060"/>
                    </a:lnTo>
                    <a:lnTo>
                      <a:pt x="3611404" y="440246"/>
                    </a:lnTo>
                    <a:lnTo>
                      <a:pt x="3518821" y="440246"/>
                    </a:lnTo>
                    <a:lnTo>
                      <a:pt x="3518821" y="405670"/>
                    </a:lnTo>
                    <a:lnTo>
                      <a:pt x="3426238" y="405670"/>
                    </a:lnTo>
                    <a:lnTo>
                      <a:pt x="3426238" y="539020"/>
                    </a:lnTo>
                    <a:lnTo>
                      <a:pt x="310420" y="539020"/>
                    </a:lnTo>
                    <a:lnTo>
                      <a:pt x="310420" y="511874"/>
                    </a:lnTo>
                    <a:lnTo>
                      <a:pt x="270605" y="511874"/>
                    </a:lnTo>
                    <a:lnTo>
                      <a:pt x="270605" y="475869"/>
                    </a:lnTo>
                    <a:lnTo>
                      <a:pt x="230791" y="475869"/>
                    </a:lnTo>
                    <a:lnTo>
                      <a:pt x="230791" y="439865"/>
                    </a:lnTo>
                    <a:lnTo>
                      <a:pt x="198977" y="439865"/>
                    </a:lnTo>
                    <a:lnTo>
                      <a:pt x="198977" y="0"/>
                    </a:lnTo>
                    <a:lnTo>
                      <a:pt x="0" y="0"/>
                    </a:lnTo>
                    <a:lnTo>
                      <a:pt x="0" y="511874"/>
                    </a:lnTo>
                    <a:lnTo>
                      <a:pt x="31814" y="511874"/>
                    </a:lnTo>
                    <a:lnTo>
                      <a:pt x="31814" y="551974"/>
                    </a:lnTo>
                    <a:lnTo>
                      <a:pt x="71628" y="551974"/>
                    </a:lnTo>
                    <a:lnTo>
                      <a:pt x="71628" y="588074"/>
                    </a:lnTo>
                    <a:lnTo>
                      <a:pt x="255842" y="588074"/>
                    </a:lnTo>
                    <a:lnTo>
                      <a:pt x="270605" y="588074"/>
                    </a:lnTo>
                    <a:lnTo>
                      <a:pt x="3426238" y="588074"/>
                    </a:lnTo>
                    <a:lnTo>
                      <a:pt x="3518821" y="588074"/>
                    </a:lnTo>
                    <a:lnTo>
                      <a:pt x="3611404" y="588074"/>
                    </a:lnTo>
                    <a:lnTo>
                      <a:pt x="3703891" y="588074"/>
                    </a:lnTo>
                    <a:lnTo>
                      <a:pt x="3816096" y="588074"/>
                    </a:lnTo>
                    <a:lnTo>
                      <a:pt x="3816096" y="539020"/>
                    </a:lnTo>
                    <a:lnTo>
                      <a:pt x="3703891" y="5390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73E4099A-8FEB-D262-8DB2-DBDDA422B02E}"/>
                  </a:ext>
                </a:extLst>
              </p:cNvPr>
              <p:cNvSpPr/>
              <p:nvPr/>
            </p:nvSpPr>
            <p:spPr>
              <a:xfrm>
                <a:off x="4521898" y="3133725"/>
                <a:ext cx="3321938" cy="259365"/>
              </a:xfrm>
              <a:custGeom>
                <a:avLst/>
                <a:gdLst>
                  <a:gd name="connsiteX0" fmla="*/ 724472 w 3321938"/>
                  <a:gd name="connsiteY0" fmla="*/ 259366 h 259365"/>
                  <a:gd name="connsiteX1" fmla="*/ 3092196 w 3321938"/>
                  <a:gd name="connsiteY1" fmla="*/ 259366 h 259365"/>
                  <a:gd name="connsiteX2" fmla="*/ 3286220 w 3321938"/>
                  <a:gd name="connsiteY2" fmla="*/ 259366 h 259365"/>
                  <a:gd name="connsiteX3" fmla="*/ 3321939 w 3321938"/>
                  <a:gd name="connsiteY3" fmla="*/ 259366 h 259365"/>
                  <a:gd name="connsiteX4" fmla="*/ 3321939 w 3321938"/>
                  <a:gd name="connsiteY4" fmla="*/ 0 h 259365"/>
                  <a:gd name="connsiteX5" fmla="*/ 3092196 w 3321938"/>
                  <a:gd name="connsiteY5" fmla="*/ 0 h 259365"/>
                  <a:gd name="connsiteX6" fmla="*/ 3092196 w 3321938"/>
                  <a:gd name="connsiteY6" fmla="*/ 221075 h 259365"/>
                  <a:gd name="connsiteX7" fmla="*/ 776573 w 3321938"/>
                  <a:gd name="connsiteY7" fmla="*/ 221075 h 259365"/>
                  <a:gd name="connsiteX8" fmla="*/ 776573 w 3321938"/>
                  <a:gd name="connsiteY8" fmla="*/ 3429 h 259365"/>
                  <a:gd name="connsiteX9" fmla="*/ 0 w 3321938"/>
                  <a:gd name="connsiteY9" fmla="*/ 3429 h 259365"/>
                  <a:gd name="connsiteX10" fmla="*/ 0 w 3321938"/>
                  <a:gd name="connsiteY10" fmla="*/ 259366 h 259365"/>
                  <a:gd name="connsiteX11" fmla="*/ 724472 w 3321938"/>
                  <a:gd name="connsiteY11" fmla="*/ 259366 h 259365"/>
                  <a:gd name="connsiteX12" fmla="*/ 724472 w 3321938"/>
                  <a:gd name="connsiteY12" fmla="*/ 259366 h 25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21938" h="259365">
                    <a:moveTo>
                      <a:pt x="724472" y="259366"/>
                    </a:moveTo>
                    <a:lnTo>
                      <a:pt x="3092196" y="259366"/>
                    </a:lnTo>
                    <a:lnTo>
                      <a:pt x="3286220" y="259366"/>
                    </a:lnTo>
                    <a:lnTo>
                      <a:pt x="3321939" y="259366"/>
                    </a:lnTo>
                    <a:lnTo>
                      <a:pt x="3321939" y="0"/>
                    </a:lnTo>
                    <a:lnTo>
                      <a:pt x="3092196" y="0"/>
                    </a:lnTo>
                    <a:lnTo>
                      <a:pt x="3092196" y="221075"/>
                    </a:lnTo>
                    <a:lnTo>
                      <a:pt x="776573" y="221075"/>
                    </a:lnTo>
                    <a:lnTo>
                      <a:pt x="776573" y="3429"/>
                    </a:lnTo>
                    <a:lnTo>
                      <a:pt x="0" y="3429"/>
                    </a:lnTo>
                    <a:lnTo>
                      <a:pt x="0" y="259366"/>
                    </a:lnTo>
                    <a:lnTo>
                      <a:pt x="724472" y="259366"/>
                    </a:lnTo>
                    <a:lnTo>
                      <a:pt x="724472" y="2593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8F192C3A-825B-D8FE-6396-CEE01B2D76DC}"/>
                </a:ext>
              </a:extLst>
            </p:cNvPr>
            <p:cNvGrpSpPr/>
            <p:nvPr/>
          </p:nvGrpSpPr>
          <p:grpSpPr>
            <a:xfrm>
              <a:off x="983432" y="579947"/>
              <a:ext cx="645249" cy="183028"/>
              <a:chOff x="983432" y="579947"/>
              <a:chExt cx="645249" cy="183028"/>
            </a:xfrm>
          </p:grpSpPr>
          <p:grpSp>
            <p:nvGrpSpPr>
              <p:cNvPr id="75" name="그래픽 17">
                <a:extLst>
                  <a:ext uri="{FF2B5EF4-FFF2-40B4-BE49-F238E27FC236}">
                    <a16:creationId xmlns:a16="http://schemas.microsoft.com/office/drawing/2014/main" id="{55A05AAE-3D63-5801-9C8D-AE22480319C8}"/>
                  </a:ext>
                </a:extLst>
              </p:cNvPr>
              <p:cNvGrpSpPr/>
              <p:nvPr/>
            </p:nvGrpSpPr>
            <p:grpSpPr>
              <a:xfrm>
                <a:off x="983432" y="579947"/>
                <a:ext cx="645249" cy="183028"/>
                <a:chOff x="983432" y="579947"/>
                <a:chExt cx="645249" cy="183028"/>
              </a:xfrm>
              <a:solidFill>
                <a:srgbClr val="F9D071"/>
              </a:solidFill>
            </p:grpSpPr>
            <p:sp>
              <p:nvSpPr>
                <p:cNvPr id="77" name="자유형: 도형 76">
                  <a:extLst>
                    <a:ext uri="{FF2B5EF4-FFF2-40B4-BE49-F238E27FC236}">
                      <a16:creationId xmlns:a16="http://schemas.microsoft.com/office/drawing/2014/main" id="{DADDFBC2-997E-F6EF-D4BB-59E754DED6CB}"/>
                    </a:ext>
                  </a:extLst>
                </p:cNvPr>
                <p:cNvSpPr/>
                <p:nvPr/>
              </p:nvSpPr>
              <p:spPr>
                <a:xfrm>
                  <a:off x="983432" y="579947"/>
                  <a:ext cx="219090" cy="183028"/>
                </a:xfrm>
                <a:custGeom>
                  <a:avLst/>
                  <a:gdLst>
                    <a:gd name="connsiteX0" fmla="*/ 164527 w 219090"/>
                    <a:gd name="connsiteY0" fmla="*/ 86863 h 183028"/>
                    <a:gd name="connsiteX1" fmla="*/ 109231 w 219090"/>
                    <a:gd name="connsiteY1" fmla="*/ 86863 h 183028"/>
                    <a:gd name="connsiteX2" fmla="*/ 109231 w 219090"/>
                    <a:gd name="connsiteY2" fmla="*/ 0 h 183028"/>
                    <a:gd name="connsiteX3" fmla="*/ 0 w 219090"/>
                    <a:gd name="connsiteY3" fmla="*/ 0 h 183028"/>
                    <a:gd name="connsiteX4" fmla="*/ 0 w 219090"/>
                    <a:gd name="connsiteY4" fmla="*/ 183028 h 183028"/>
                    <a:gd name="connsiteX5" fmla="*/ 109231 w 219090"/>
                    <a:gd name="connsiteY5" fmla="*/ 183028 h 183028"/>
                    <a:gd name="connsiteX6" fmla="*/ 109231 w 219090"/>
                    <a:gd name="connsiteY6" fmla="*/ 130033 h 183028"/>
                    <a:gd name="connsiteX7" fmla="*/ 164527 w 219090"/>
                    <a:gd name="connsiteY7" fmla="*/ 130033 h 183028"/>
                    <a:gd name="connsiteX8" fmla="*/ 164527 w 219090"/>
                    <a:gd name="connsiteY8" fmla="*/ 183028 h 183028"/>
                    <a:gd name="connsiteX9" fmla="*/ 219090 w 219090"/>
                    <a:gd name="connsiteY9" fmla="*/ 183028 h 183028"/>
                    <a:gd name="connsiteX10" fmla="*/ 219090 w 219090"/>
                    <a:gd name="connsiteY10" fmla="*/ 0 h 183028"/>
                    <a:gd name="connsiteX11" fmla="*/ 164527 w 219090"/>
                    <a:gd name="connsiteY11" fmla="*/ 0 h 183028"/>
                    <a:gd name="connsiteX12" fmla="*/ 164527 w 219090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9090" h="183028">
                      <a:moveTo>
                        <a:pt x="164527" y="86863"/>
                      </a:moveTo>
                      <a:lnTo>
                        <a:pt x="109231" y="86863"/>
                      </a:lnTo>
                      <a:lnTo>
                        <a:pt x="109231" y="0"/>
                      </a:ln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164527" y="130033"/>
                      </a:lnTo>
                      <a:lnTo>
                        <a:pt x="164527" y="183028"/>
                      </a:lnTo>
                      <a:lnTo>
                        <a:pt x="219090" y="183028"/>
                      </a:lnTo>
                      <a:lnTo>
                        <a:pt x="219090" y="0"/>
                      </a:lnTo>
                      <a:lnTo>
                        <a:pt x="164527" y="0"/>
                      </a:lnTo>
                      <a:lnTo>
                        <a:pt x="164527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8" name="자유형: 도형 77">
                  <a:extLst>
                    <a:ext uri="{FF2B5EF4-FFF2-40B4-BE49-F238E27FC236}">
                      <a16:creationId xmlns:a16="http://schemas.microsoft.com/office/drawing/2014/main" id="{47387B25-2293-0440-9B91-A84156F97A6E}"/>
                    </a:ext>
                  </a:extLst>
                </p:cNvPr>
                <p:cNvSpPr/>
                <p:nvPr/>
              </p:nvSpPr>
              <p:spPr>
                <a:xfrm>
                  <a:off x="1249141" y="579947"/>
                  <a:ext cx="217417" cy="183028"/>
                </a:xfrm>
                <a:custGeom>
                  <a:avLst/>
                  <a:gdLst>
                    <a:gd name="connsiteX0" fmla="*/ 211460 w 217417"/>
                    <a:gd name="connsiteY0" fmla="*/ 0 h 183028"/>
                    <a:gd name="connsiteX1" fmla="*/ 0 w 217417"/>
                    <a:gd name="connsiteY1" fmla="*/ 0 h 183028"/>
                    <a:gd name="connsiteX2" fmla="*/ 0 w 217417"/>
                    <a:gd name="connsiteY2" fmla="*/ 183028 h 183028"/>
                    <a:gd name="connsiteX3" fmla="*/ 109231 w 217417"/>
                    <a:gd name="connsiteY3" fmla="*/ 183028 h 183028"/>
                    <a:gd name="connsiteX4" fmla="*/ 109231 w 217417"/>
                    <a:gd name="connsiteY4" fmla="*/ 130033 h 183028"/>
                    <a:gd name="connsiteX5" fmla="*/ 217418 w 217417"/>
                    <a:gd name="connsiteY5" fmla="*/ 130033 h 183028"/>
                    <a:gd name="connsiteX6" fmla="*/ 217418 w 217417"/>
                    <a:gd name="connsiteY6" fmla="*/ 0 h 183028"/>
                    <a:gd name="connsiteX7" fmla="*/ 211564 w 217417"/>
                    <a:gd name="connsiteY7" fmla="*/ 0 h 183028"/>
                    <a:gd name="connsiteX8" fmla="*/ 109231 w 217417"/>
                    <a:gd name="connsiteY8" fmla="*/ 86863 h 183028"/>
                    <a:gd name="connsiteX9" fmla="*/ 109231 w 217417"/>
                    <a:gd name="connsiteY9" fmla="*/ 43170 h 183028"/>
                    <a:gd name="connsiteX10" fmla="*/ 162750 w 217417"/>
                    <a:gd name="connsiteY10" fmla="*/ 43170 h 183028"/>
                    <a:gd name="connsiteX11" fmla="*/ 162750 w 217417"/>
                    <a:gd name="connsiteY11" fmla="*/ 86863 h 183028"/>
                    <a:gd name="connsiteX12" fmla="*/ 109231 w 217417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417" h="183028">
                      <a:moveTo>
                        <a:pt x="211460" y="0"/>
                      </a:move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217418" y="130033"/>
                      </a:lnTo>
                      <a:lnTo>
                        <a:pt x="217418" y="0"/>
                      </a:lnTo>
                      <a:lnTo>
                        <a:pt x="211564" y="0"/>
                      </a:lnTo>
                      <a:close/>
                      <a:moveTo>
                        <a:pt x="109231" y="86863"/>
                      </a:moveTo>
                      <a:lnTo>
                        <a:pt x="109231" y="43170"/>
                      </a:lnTo>
                      <a:lnTo>
                        <a:pt x="162750" y="43170"/>
                      </a:lnTo>
                      <a:lnTo>
                        <a:pt x="162750" y="86863"/>
                      </a:lnTo>
                      <a:lnTo>
                        <a:pt x="109231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1E8E506F-50C8-670B-178F-C5187FB17636}"/>
                    </a:ext>
                  </a:extLst>
                </p:cNvPr>
                <p:cNvSpPr/>
                <p:nvPr/>
              </p:nvSpPr>
              <p:spPr>
                <a:xfrm>
                  <a:off x="1592410" y="579947"/>
                  <a:ext cx="36271" cy="36271"/>
                </a:xfrm>
                <a:custGeom>
                  <a:avLst/>
                  <a:gdLst>
                    <a:gd name="connsiteX0" fmla="*/ 0 w 36271"/>
                    <a:gd name="connsiteY0" fmla="*/ 0 h 36271"/>
                    <a:gd name="connsiteX1" fmla="*/ 36271 w 36271"/>
                    <a:gd name="connsiteY1" fmla="*/ 0 h 36271"/>
                    <a:gd name="connsiteX2" fmla="*/ 36271 w 36271"/>
                    <a:gd name="connsiteY2" fmla="*/ 36271 h 36271"/>
                    <a:gd name="connsiteX3" fmla="*/ 0 w 36271"/>
                    <a:gd name="connsiteY3" fmla="*/ 36271 h 36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271" h="36271">
                      <a:moveTo>
                        <a:pt x="0" y="0"/>
                      </a:moveTo>
                      <a:lnTo>
                        <a:pt x="36271" y="0"/>
                      </a:lnTo>
                      <a:lnTo>
                        <a:pt x="36271" y="36271"/>
                      </a:lnTo>
                      <a:lnTo>
                        <a:pt x="0" y="36271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6F790D47-6BDF-B666-48C0-E3B6B3142341}"/>
                  </a:ext>
                </a:extLst>
              </p:cNvPr>
              <p:cNvSpPr/>
              <p:nvPr/>
            </p:nvSpPr>
            <p:spPr>
              <a:xfrm>
                <a:off x="1592410" y="726704"/>
                <a:ext cx="36271" cy="36271"/>
              </a:xfrm>
              <a:custGeom>
                <a:avLst/>
                <a:gdLst>
                  <a:gd name="connsiteX0" fmla="*/ 0 w 36271"/>
                  <a:gd name="connsiteY0" fmla="*/ 0 h 36271"/>
                  <a:gd name="connsiteX1" fmla="*/ 36271 w 36271"/>
                  <a:gd name="connsiteY1" fmla="*/ 0 h 36271"/>
                  <a:gd name="connsiteX2" fmla="*/ 36271 w 36271"/>
                  <a:gd name="connsiteY2" fmla="*/ 36271 h 36271"/>
                  <a:gd name="connsiteX3" fmla="*/ 0 w 36271"/>
                  <a:gd name="connsiteY3" fmla="*/ 36271 h 3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271" h="36271">
                    <a:moveTo>
                      <a:pt x="0" y="0"/>
                    </a:moveTo>
                    <a:lnTo>
                      <a:pt x="36271" y="0"/>
                    </a:lnTo>
                    <a:lnTo>
                      <a:pt x="36271" y="36271"/>
                    </a:lnTo>
                    <a:lnTo>
                      <a:pt x="0" y="36271"/>
                    </a:lnTo>
                    <a:close/>
                  </a:path>
                </a:pathLst>
              </a:custGeom>
              <a:solidFill>
                <a:srgbClr val="F9D071"/>
              </a:solidFill>
              <a:ln w="1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pic>
        <p:nvPicPr>
          <p:cNvPr id="48" name="Picture 7">
            <a:extLst>
              <a:ext uri="{FF2B5EF4-FFF2-40B4-BE49-F238E27FC236}">
                <a16:creationId xmlns:a16="http://schemas.microsoft.com/office/drawing/2014/main" id="{CE450D9D-7117-1CBA-C4D2-1CA6AB40E5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407368" y="1730144"/>
            <a:ext cx="2807323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C9518171-278F-1AE6-4AEF-0439F45525B5}"/>
              </a:ext>
            </a:extLst>
          </p:cNvPr>
          <p:cNvSpPr/>
          <p:nvPr/>
        </p:nvSpPr>
        <p:spPr>
          <a:xfrm flipH="1">
            <a:off x="7253282" y="3720406"/>
            <a:ext cx="4434640" cy="683393"/>
          </a:xfrm>
          <a:custGeom>
            <a:avLst/>
            <a:gdLst>
              <a:gd name="connsiteX0" fmla="*/ 3703891 w 3816096"/>
              <a:gd name="connsiteY0" fmla="*/ 539020 h 588073"/>
              <a:gd name="connsiteX1" fmla="*/ 3703891 w 3816096"/>
              <a:gd name="connsiteY1" fmla="*/ 478060 h 588073"/>
              <a:gd name="connsiteX2" fmla="*/ 3611404 w 3816096"/>
              <a:gd name="connsiteY2" fmla="*/ 478060 h 588073"/>
              <a:gd name="connsiteX3" fmla="*/ 3611404 w 3816096"/>
              <a:gd name="connsiteY3" fmla="*/ 440246 h 588073"/>
              <a:gd name="connsiteX4" fmla="*/ 3518821 w 3816096"/>
              <a:gd name="connsiteY4" fmla="*/ 440246 h 588073"/>
              <a:gd name="connsiteX5" fmla="*/ 3518821 w 3816096"/>
              <a:gd name="connsiteY5" fmla="*/ 405670 h 588073"/>
              <a:gd name="connsiteX6" fmla="*/ 3426238 w 3816096"/>
              <a:gd name="connsiteY6" fmla="*/ 405670 h 588073"/>
              <a:gd name="connsiteX7" fmla="*/ 3426238 w 3816096"/>
              <a:gd name="connsiteY7" fmla="*/ 539020 h 588073"/>
              <a:gd name="connsiteX8" fmla="*/ 310420 w 3816096"/>
              <a:gd name="connsiteY8" fmla="*/ 539020 h 588073"/>
              <a:gd name="connsiteX9" fmla="*/ 310420 w 3816096"/>
              <a:gd name="connsiteY9" fmla="*/ 511874 h 588073"/>
              <a:gd name="connsiteX10" fmla="*/ 270605 w 3816096"/>
              <a:gd name="connsiteY10" fmla="*/ 511874 h 588073"/>
              <a:gd name="connsiteX11" fmla="*/ 270605 w 3816096"/>
              <a:gd name="connsiteY11" fmla="*/ 475869 h 588073"/>
              <a:gd name="connsiteX12" fmla="*/ 230791 w 3816096"/>
              <a:gd name="connsiteY12" fmla="*/ 475869 h 588073"/>
              <a:gd name="connsiteX13" fmla="*/ 230791 w 3816096"/>
              <a:gd name="connsiteY13" fmla="*/ 439865 h 588073"/>
              <a:gd name="connsiteX14" fmla="*/ 198977 w 3816096"/>
              <a:gd name="connsiteY14" fmla="*/ 439865 h 588073"/>
              <a:gd name="connsiteX15" fmla="*/ 198977 w 3816096"/>
              <a:gd name="connsiteY15" fmla="*/ 0 h 588073"/>
              <a:gd name="connsiteX16" fmla="*/ 0 w 3816096"/>
              <a:gd name="connsiteY16" fmla="*/ 0 h 588073"/>
              <a:gd name="connsiteX17" fmla="*/ 0 w 3816096"/>
              <a:gd name="connsiteY17" fmla="*/ 511874 h 588073"/>
              <a:gd name="connsiteX18" fmla="*/ 31814 w 3816096"/>
              <a:gd name="connsiteY18" fmla="*/ 511874 h 588073"/>
              <a:gd name="connsiteX19" fmla="*/ 31814 w 3816096"/>
              <a:gd name="connsiteY19" fmla="*/ 551974 h 588073"/>
              <a:gd name="connsiteX20" fmla="*/ 71628 w 3816096"/>
              <a:gd name="connsiteY20" fmla="*/ 551974 h 588073"/>
              <a:gd name="connsiteX21" fmla="*/ 71628 w 3816096"/>
              <a:gd name="connsiteY21" fmla="*/ 588074 h 588073"/>
              <a:gd name="connsiteX22" fmla="*/ 255842 w 3816096"/>
              <a:gd name="connsiteY22" fmla="*/ 588074 h 588073"/>
              <a:gd name="connsiteX23" fmla="*/ 270605 w 3816096"/>
              <a:gd name="connsiteY23" fmla="*/ 588074 h 588073"/>
              <a:gd name="connsiteX24" fmla="*/ 3426238 w 3816096"/>
              <a:gd name="connsiteY24" fmla="*/ 588074 h 588073"/>
              <a:gd name="connsiteX25" fmla="*/ 3518821 w 3816096"/>
              <a:gd name="connsiteY25" fmla="*/ 588074 h 588073"/>
              <a:gd name="connsiteX26" fmla="*/ 3611404 w 3816096"/>
              <a:gd name="connsiteY26" fmla="*/ 588074 h 588073"/>
              <a:gd name="connsiteX27" fmla="*/ 3703891 w 3816096"/>
              <a:gd name="connsiteY27" fmla="*/ 588074 h 588073"/>
              <a:gd name="connsiteX28" fmla="*/ 3816096 w 3816096"/>
              <a:gd name="connsiteY28" fmla="*/ 588074 h 588073"/>
              <a:gd name="connsiteX29" fmla="*/ 3816096 w 3816096"/>
              <a:gd name="connsiteY29" fmla="*/ 539020 h 588073"/>
              <a:gd name="connsiteX30" fmla="*/ 3703891 w 3816096"/>
              <a:gd name="connsiteY30" fmla="*/ 539020 h 58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6096" h="588073">
                <a:moveTo>
                  <a:pt x="3703891" y="539020"/>
                </a:moveTo>
                <a:lnTo>
                  <a:pt x="3703891" y="478060"/>
                </a:lnTo>
                <a:lnTo>
                  <a:pt x="3611404" y="478060"/>
                </a:lnTo>
                <a:lnTo>
                  <a:pt x="3611404" y="440246"/>
                </a:lnTo>
                <a:lnTo>
                  <a:pt x="3518821" y="440246"/>
                </a:lnTo>
                <a:lnTo>
                  <a:pt x="3518821" y="405670"/>
                </a:lnTo>
                <a:lnTo>
                  <a:pt x="3426238" y="405670"/>
                </a:lnTo>
                <a:lnTo>
                  <a:pt x="3426238" y="539020"/>
                </a:lnTo>
                <a:lnTo>
                  <a:pt x="310420" y="539020"/>
                </a:lnTo>
                <a:lnTo>
                  <a:pt x="310420" y="511874"/>
                </a:lnTo>
                <a:lnTo>
                  <a:pt x="270605" y="511874"/>
                </a:lnTo>
                <a:lnTo>
                  <a:pt x="270605" y="475869"/>
                </a:lnTo>
                <a:lnTo>
                  <a:pt x="230791" y="475869"/>
                </a:lnTo>
                <a:lnTo>
                  <a:pt x="230791" y="439865"/>
                </a:lnTo>
                <a:lnTo>
                  <a:pt x="198977" y="439865"/>
                </a:lnTo>
                <a:lnTo>
                  <a:pt x="198977" y="0"/>
                </a:lnTo>
                <a:lnTo>
                  <a:pt x="0" y="0"/>
                </a:lnTo>
                <a:lnTo>
                  <a:pt x="0" y="511874"/>
                </a:lnTo>
                <a:lnTo>
                  <a:pt x="31814" y="511874"/>
                </a:lnTo>
                <a:lnTo>
                  <a:pt x="31814" y="551974"/>
                </a:lnTo>
                <a:lnTo>
                  <a:pt x="71628" y="551974"/>
                </a:lnTo>
                <a:lnTo>
                  <a:pt x="71628" y="588074"/>
                </a:lnTo>
                <a:lnTo>
                  <a:pt x="255842" y="588074"/>
                </a:lnTo>
                <a:lnTo>
                  <a:pt x="270605" y="588074"/>
                </a:lnTo>
                <a:lnTo>
                  <a:pt x="3426238" y="588074"/>
                </a:lnTo>
                <a:lnTo>
                  <a:pt x="3518821" y="588074"/>
                </a:lnTo>
                <a:lnTo>
                  <a:pt x="3611404" y="588074"/>
                </a:lnTo>
                <a:lnTo>
                  <a:pt x="3703891" y="588074"/>
                </a:lnTo>
                <a:lnTo>
                  <a:pt x="3816096" y="588074"/>
                </a:lnTo>
                <a:lnTo>
                  <a:pt x="3816096" y="539020"/>
                </a:lnTo>
                <a:lnTo>
                  <a:pt x="3703891" y="53902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95F4CC67-9020-A3D2-8589-985E51901DC8}"/>
              </a:ext>
            </a:extLst>
          </p:cNvPr>
          <p:cNvGrpSpPr/>
          <p:nvPr/>
        </p:nvGrpSpPr>
        <p:grpSpPr>
          <a:xfrm>
            <a:off x="491290" y="4501032"/>
            <a:ext cx="11209421" cy="2191073"/>
            <a:chOff x="1323975" y="2514688"/>
            <a:chExt cx="9543573" cy="1824362"/>
          </a:xfrm>
        </p:grpSpPr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C890EB13-116C-59FE-4989-D329156155A9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15E287D6-C952-DA70-A3A5-5A36CB08A33F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BA8B76B4-D84B-F973-C6F8-5B59490B3A6E}"/>
              </a:ext>
            </a:extLst>
          </p:cNvPr>
          <p:cNvGrpSpPr/>
          <p:nvPr/>
        </p:nvGrpSpPr>
        <p:grpSpPr>
          <a:xfrm>
            <a:off x="8040216" y="3752067"/>
            <a:ext cx="3081182" cy="421124"/>
            <a:chOff x="7983370" y="3727749"/>
            <a:chExt cx="3259110" cy="445442"/>
          </a:xfrm>
        </p:grpSpPr>
        <p:pic>
          <p:nvPicPr>
            <p:cNvPr id="65" name="그래픽 64">
              <a:extLst>
                <a:ext uri="{FF2B5EF4-FFF2-40B4-BE49-F238E27FC236}">
                  <a16:creationId xmlns:a16="http://schemas.microsoft.com/office/drawing/2014/main" id="{C5EED5B8-FA18-96C6-204A-3C2F00FCF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544272" y="3727749"/>
              <a:ext cx="445442" cy="445442"/>
            </a:xfrm>
            <a:prstGeom prst="rect">
              <a:avLst/>
            </a:prstGeom>
          </p:spPr>
        </p:pic>
        <p:pic>
          <p:nvPicPr>
            <p:cNvPr id="66" name="그래픽 65">
              <a:extLst>
                <a:ext uri="{FF2B5EF4-FFF2-40B4-BE49-F238E27FC236}">
                  <a16:creationId xmlns:a16="http://schemas.microsoft.com/office/drawing/2014/main" id="{B57DD7BC-0C87-90AC-23E4-C60F384C7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06942" y="3727749"/>
              <a:ext cx="445442" cy="445442"/>
            </a:xfrm>
            <a:prstGeom prst="rect">
              <a:avLst/>
            </a:prstGeom>
          </p:spPr>
        </p:pic>
        <p:pic>
          <p:nvPicPr>
            <p:cNvPr id="67" name="그래픽 66">
              <a:extLst>
                <a:ext uri="{FF2B5EF4-FFF2-40B4-BE49-F238E27FC236}">
                  <a16:creationId xmlns:a16="http://schemas.microsoft.com/office/drawing/2014/main" id="{514D1E40-2727-7696-1DD6-4E326A3620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62964" y="3727749"/>
              <a:ext cx="445442" cy="445442"/>
            </a:xfrm>
            <a:prstGeom prst="rect">
              <a:avLst/>
            </a:prstGeom>
          </p:spPr>
        </p:pic>
        <p:pic>
          <p:nvPicPr>
            <p:cNvPr id="68" name="그래픽 67">
              <a:extLst>
                <a:ext uri="{FF2B5EF4-FFF2-40B4-BE49-F238E27FC236}">
                  <a16:creationId xmlns:a16="http://schemas.microsoft.com/office/drawing/2014/main" id="{2658551F-2CE5-F594-8002-73573BC55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230001" y="3727749"/>
              <a:ext cx="445442" cy="445442"/>
            </a:xfrm>
            <a:prstGeom prst="rect">
              <a:avLst/>
            </a:prstGeom>
          </p:spPr>
        </p:pic>
        <p:pic>
          <p:nvPicPr>
            <p:cNvPr id="69" name="그래픽 68">
              <a:extLst>
                <a:ext uri="{FF2B5EF4-FFF2-40B4-BE49-F238E27FC236}">
                  <a16:creationId xmlns:a16="http://schemas.microsoft.com/office/drawing/2014/main" id="{C04BEBBC-56BD-D2AF-D6E7-3BADC7895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797038" y="3727749"/>
              <a:ext cx="445442" cy="445442"/>
            </a:xfrm>
            <a:prstGeom prst="rect">
              <a:avLst/>
            </a:prstGeom>
          </p:spPr>
        </p:pic>
        <p:pic>
          <p:nvPicPr>
            <p:cNvPr id="70" name="그래픽 69">
              <a:extLst>
                <a:ext uri="{FF2B5EF4-FFF2-40B4-BE49-F238E27FC236}">
                  <a16:creationId xmlns:a16="http://schemas.microsoft.com/office/drawing/2014/main" id="{FF302B71-2439-4F02-2CB4-B80D91540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83370" y="3727749"/>
              <a:ext cx="445442" cy="445442"/>
            </a:xfrm>
            <a:prstGeom prst="rect">
              <a:avLst/>
            </a:prstGeom>
          </p:spPr>
        </p:pic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06A300C-9BB9-9DBE-CB35-9C5C9E0EC997}"/>
              </a:ext>
            </a:extLst>
          </p:cNvPr>
          <p:cNvSpPr/>
          <p:nvPr/>
        </p:nvSpPr>
        <p:spPr>
          <a:xfrm>
            <a:off x="2039208" y="1529408"/>
            <a:ext cx="8113581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3313E8-15E3-D802-F929-C649A2B48D86}"/>
              </a:ext>
            </a:extLst>
          </p:cNvPr>
          <p:cNvSpPr/>
          <p:nvPr/>
        </p:nvSpPr>
        <p:spPr>
          <a:xfrm rot="5400000">
            <a:off x="8379123" y="3303074"/>
            <a:ext cx="4566939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7C17C34-E1F6-AEDE-7810-891A2655510E}"/>
              </a:ext>
            </a:extLst>
          </p:cNvPr>
          <p:cNvSpPr/>
          <p:nvPr/>
        </p:nvSpPr>
        <p:spPr>
          <a:xfrm>
            <a:off x="1019605" y="764704"/>
            <a:ext cx="10152789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469057-A3C4-A735-404A-A73578B696DA}"/>
              </a:ext>
            </a:extLst>
          </p:cNvPr>
          <p:cNvSpPr/>
          <p:nvPr/>
        </p:nvSpPr>
        <p:spPr>
          <a:xfrm rot="5400000">
            <a:off x="8635549" y="3301549"/>
            <a:ext cx="6093296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B2C6D1-C956-8407-D750-8CDB4A69F9D8}"/>
              </a:ext>
            </a:extLst>
          </p:cNvPr>
          <p:cNvSpPr/>
          <p:nvPr/>
        </p:nvSpPr>
        <p:spPr>
          <a:xfrm>
            <a:off x="0" y="0"/>
            <a:ext cx="12192000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D676B58-3982-742D-9B55-805879B9E02D}"/>
              </a:ext>
            </a:extLst>
          </p:cNvPr>
          <p:cNvSpPr/>
          <p:nvPr/>
        </p:nvSpPr>
        <p:spPr>
          <a:xfrm rot="5400000">
            <a:off x="8101907" y="3280764"/>
            <a:ext cx="3082155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99A5550-503E-F840-16B1-77E79E3AEB1A}"/>
              </a:ext>
            </a:extLst>
          </p:cNvPr>
          <p:cNvSpPr/>
          <p:nvPr/>
        </p:nvSpPr>
        <p:spPr>
          <a:xfrm>
            <a:off x="3999459" y="3798415"/>
            <a:ext cx="5133721" cy="7715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928DE55-D8D8-1487-89A7-F4553CCAD508}"/>
              </a:ext>
            </a:extLst>
          </p:cNvPr>
          <p:cNvSpPr/>
          <p:nvPr/>
        </p:nvSpPr>
        <p:spPr>
          <a:xfrm>
            <a:off x="3999459" y="3035621"/>
            <a:ext cx="5133721" cy="7761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9D2ABF0-715B-B801-D899-34E735B55DC7}"/>
              </a:ext>
            </a:extLst>
          </p:cNvPr>
          <p:cNvSpPr/>
          <p:nvPr/>
        </p:nvSpPr>
        <p:spPr>
          <a:xfrm>
            <a:off x="1" y="6093296"/>
            <a:ext cx="1117239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E01A3AE-11F6-191B-3A0C-8E7E1541BC30}"/>
              </a:ext>
            </a:extLst>
          </p:cNvPr>
          <p:cNvSpPr/>
          <p:nvPr/>
        </p:nvSpPr>
        <p:spPr>
          <a:xfrm rot="5400000">
            <a:off x="-2154493" y="2919197"/>
            <a:ext cx="5328592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E974C8C-E645-4912-5D9F-1B709749AEEC}"/>
              </a:ext>
            </a:extLst>
          </p:cNvPr>
          <p:cNvSpPr/>
          <p:nvPr/>
        </p:nvSpPr>
        <p:spPr>
          <a:xfrm>
            <a:off x="1019605" y="5331643"/>
            <a:ext cx="913318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7C26D28-4651-ADE0-5D24-59C63979791F}"/>
              </a:ext>
            </a:extLst>
          </p:cNvPr>
          <p:cNvSpPr/>
          <p:nvPr/>
        </p:nvSpPr>
        <p:spPr>
          <a:xfrm rot="5400000">
            <a:off x="-392498" y="2941509"/>
            <a:ext cx="3843811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ECAB4E7-89FB-22DC-3E37-858954F59803}"/>
              </a:ext>
            </a:extLst>
          </p:cNvPr>
          <p:cNvSpPr/>
          <p:nvPr/>
        </p:nvSpPr>
        <p:spPr>
          <a:xfrm>
            <a:off x="2039209" y="4566940"/>
            <a:ext cx="7093973" cy="764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949E94-0044-FA30-88A8-B6B7DB848B19}"/>
              </a:ext>
            </a:extLst>
          </p:cNvPr>
          <p:cNvSpPr/>
          <p:nvPr/>
        </p:nvSpPr>
        <p:spPr>
          <a:xfrm rot="5400000">
            <a:off x="1407280" y="2913493"/>
            <a:ext cx="2283467" cy="101960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4433DCD-871B-2063-36C1-ADBD838FC83C}"/>
              </a:ext>
            </a:extLst>
          </p:cNvPr>
          <p:cNvSpPr/>
          <p:nvPr/>
        </p:nvSpPr>
        <p:spPr>
          <a:xfrm>
            <a:off x="3058817" y="2249487"/>
            <a:ext cx="6074367" cy="79677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A41EA81-ACE0-7332-B66E-0BC3C03D6570}"/>
              </a:ext>
            </a:extLst>
          </p:cNvPr>
          <p:cNvSpPr/>
          <p:nvPr/>
        </p:nvSpPr>
        <p:spPr>
          <a:xfrm rot="5400000">
            <a:off x="2769754" y="3335324"/>
            <a:ext cx="1518765" cy="9406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272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30"/>
                            </p:stCondLst>
                            <p:childTnLst>
                              <p:par>
                                <p:cTn id="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13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60"/>
                            </p:stCondLst>
                            <p:childTnLst>
                              <p:par>
                                <p:cTn id="13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4" dur="13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90"/>
                            </p:stCondLst>
                            <p:childTnLst>
                              <p:par>
                                <p:cTn id="17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13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20"/>
                            </p:stCondLst>
                            <p:childTnLst>
                              <p:par>
                                <p:cTn id="21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13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"/>
                            </p:stCondLst>
                            <p:childTnLst>
                              <p:par>
                                <p:cTn id="2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6" dur="13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80"/>
                            </p:stCondLst>
                            <p:childTnLst>
                              <p:par>
                                <p:cTn id="29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13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10"/>
                            </p:stCondLst>
                            <p:childTnLst>
                              <p:par>
                                <p:cTn id="3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13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40"/>
                            </p:stCondLst>
                            <p:childTnLst>
                              <p:par>
                                <p:cTn id="37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" dur="13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70"/>
                            </p:stCondLst>
                            <p:childTnLst>
                              <p:par>
                                <p:cTn id="41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2" dur="13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300"/>
                            </p:stCondLst>
                            <p:childTnLst>
                              <p:par>
                                <p:cTn id="45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13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430"/>
                            </p:stCondLst>
                            <p:childTnLst>
                              <p:par>
                                <p:cTn id="4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13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60"/>
                            </p:stCondLst>
                            <p:childTnLst>
                              <p:par>
                                <p:cTn id="53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" dur="13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690"/>
                            </p:stCondLst>
                            <p:childTnLst>
                              <p:par>
                                <p:cTn id="57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8" dur="13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820"/>
                            </p:stCondLst>
                            <p:childTnLst>
                              <p:par>
                                <p:cTn id="61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" dur="13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12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950"/>
                            </p:stCondLst>
                            <p:childTnLst>
                              <p:par>
                                <p:cTn id="65" presetID="22" presetClass="exit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6" dur="1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9" grpId="0" animBg="1"/>
      <p:bldP spid="18" grpId="0" animBg="1"/>
      <p:bldP spid="12" grpId="0" animBg="1"/>
      <p:bldP spid="7" grpId="0" animBg="1"/>
      <p:bldP spid="23" grpId="0" animBg="1"/>
      <p:bldP spid="28" grpId="0" animBg="1"/>
      <p:bldP spid="29" grpId="0" animBg="1"/>
      <p:bldP spid="15" grpId="0" animBg="1"/>
      <p:bldP spid="16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2AB85-9762-8EC3-D68C-71F0D8C7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A5295D2-6CBF-7F48-A291-BF4E2059B497}"/>
              </a:ext>
            </a:extLst>
          </p:cNvPr>
          <p:cNvSpPr txBox="1"/>
          <p:nvPr/>
        </p:nvSpPr>
        <p:spPr>
          <a:xfrm>
            <a:off x="3064982" y="5304182"/>
            <a:ext cx="6062037" cy="58477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lang="ko-KR" altLang="en-US" sz="3200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아쉬웠던 점</a:t>
            </a:r>
          </a:p>
        </p:txBody>
      </p:sp>
      <p:pic>
        <p:nvPicPr>
          <p:cNvPr id="11" name="Picture 7">
            <a:extLst>
              <a:ext uri="{FF2B5EF4-FFF2-40B4-BE49-F238E27FC236}">
                <a16:creationId xmlns:a16="http://schemas.microsoft.com/office/drawing/2014/main" id="{7B44EA48-DE74-E48A-AE17-D4BFC6DF79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407368" y="1730144"/>
            <a:ext cx="2807323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92066E23-6BE8-CA94-7B7D-A2CF5476CCFD}"/>
              </a:ext>
            </a:extLst>
          </p:cNvPr>
          <p:cNvSpPr/>
          <p:nvPr/>
        </p:nvSpPr>
        <p:spPr>
          <a:xfrm flipH="1">
            <a:off x="7253282" y="3720406"/>
            <a:ext cx="4434640" cy="683393"/>
          </a:xfrm>
          <a:custGeom>
            <a:avLst/>
            <a:gdLst>
              <a:gd name="connsiteX0" fmla="*/ 3703891 w 3816096"/>
              <a:gd name="connsiteY0" fmla="*/ 539020 h 588073"/>
              <a:gd name="connsiteX1" fmla="*/ 3703891 w 3816096"/>
              <a:gd name="connsiteY1" fmla="*/ 478060 h 588073"/>
              <a:gd name="connsiteX2" fmla="*/ 3611404 w 3816096"/>
              <a:gd name="connsiteY2" fmla="*/ 478060 h 588073"/>
              <a:gd name="connsiteX3" fmla="*/ 3611404 w 3816096"/>
              <a:gd name="connsiteY3" fmla="*/ 440246 h 588073"/>
              <a:gd name="connsiteX4" fmla="*/ 3518821 w 3816096"/>
              <a:gd name="connsiteY4" fmla="*/ 440246 h 588073"/>
              <a:gd name="connsiteX5" fmla="*/ 3518821 w 3816096"/>
              <a:gd name="connsiteY5" fmla="*/ 405670 h 588073"/>
              <a:gd name="connsiteX6" fmla="*/ 3426238 w 3816096"/>
              <a:gd name="connsiteY6" fmla="*/ 405670 h 588073"/>
              <a:gd name="connsiteX7" fmla="*/ 3426238 w 3816096"/>
              <a:gd name="connsiteY7" fmla="*/ 539020 h 588073"/>
              <a:gd name="connsiteX8" fmla="*/ 310420 w 3816096"/>
              <a:gd name="connsiteY8" fmla="*/ 539020 h 588073"/>
              <a:gd name="connsiteX9" fmla="*/ 310420 w 3816096"/>
              <a:gd name="connsiteY9" fmla="*/ 511874 h 588073"/>
              <a:gd name="connsiteX10" fmla="*/ 270605 w 3816096"/>
              <a:gd name="connsiteY10" fmla="*/ 511874 h 588073"/>
              <a:gd name="connsiteX11" fmla="*/ 270605 w 3816096"/>
              <a:gd name="connsiteY11" fmla="*/ 475869 h 588073"/>
              <a:gd name="connsiteX12" fmla="*/ 230791 w 3816096"/>
              <a:gd name="connsiteY12" fmla="*/ 475869 h 588073"/>
              <a:gd name="connsiteX13" fmla="*/ 230791 w 3816096"/>
              <a:gd name="connsiteY13" fmla="*/ 439865 h 588073"/>
              <a:gd name="connsiteX14" fmla="*/ 198977 w 3816096"/>
              <a:gd name="connsiteY14" fmla="*/ 439865 h 588073"/>
              <a:gd name="connsiteX15" fmla="*/ 198977 w 3816096"/>
              <a:gd name="connsiteY15" fmla="*/ 0 h 588073"/>
              <a:gd name="connsiteX16" fmla="*/ 0 w 3816096"/>
              <a:gd name="connsiteY16" fmla="*/ 0 h 588073"/>
              <a:gd name="connsiteX17" fmla="*/ 0 w 3816096"/>
              <a:gd name="connsiteY17" fmla="*/ 511874 h 588073"/>
              <a:gd name="connsiteX18" fmla="*/ 31814 w 3816096"/>
              <a:gd name="connsiteY18" fmla="*/ 511874 h 588073"/>
              <a:gd name="connsiteX19" fmla="*/ 31814 w 3816096"/>
              <a:gd name="connsiteY19" fmla="*/ 551974 h 588073"/>
              <a:gd name="connsiteX20" fmla="*/ 71628 w 3816096"/>
              <a:gd name="connsiteY20" fmla="*/ 551974 h 588073"/>
              <a:gd name="connsiteX21" fmla="*/ 71628 w 3816096"/>
              <a:gd name="connsiteY21" fmla="*/ 588074 h 588073"/>
              <a:gd name="connsiteX22" fmla="*/ 255842 w 3816096"/>
              <a:gd name="connsiteY22" fmla="*/ 588074 h 588073"/>
              <a:gd name="connsiteX23" fmla="*/ 270605 w 3816096"/>
              <a:gd name="connsiteY23" fmla="*/ 588074 h 588073"/>
              <a:gd name="connsiteX24" fmla="*/ 3426238 w 3816096"/>
              <a:gd name="connsiteY24" fmla="*/ 588074 h 588073"/>
              <a:gd name="connsiteX25" fmla="*/ 3518821 w 3816096"/>
              <a:gd name="connsiteY25" fmla="*/ 588074 h 588073"/>
              <a:gd name="connsiteX26" fmla="*/ 3611404 w 3816096"/>
              <a:gd name="connsiteY26" fmla="*/ 588074 h 588073"/>
              <a:gd name="connsiteX27" fmla="*/ 3703891 w 3816096"/>
              <a:gd name="connsiteY27" fmla="*/ 588074 h 588073"/>
              <a:gd name="connsiteX28" fmla="*/ 3816096 w 3816096"/>
              <a:gd name="connsiteY28" fmla="*/ 588074 h 588073"/>
              <a:gd name="connsiteX29" fmla="*/ 3816096 w 3816096"/>
              <a:gd name="connsiteY29" fmla="*/ 539020 h 588073"/>
              <a:gd name="connsiteX30" fmla="*/ 3703891 w 3816096"/>
              <a:gd name="connsiteY30" fmla="*/ 539020 h 588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816096" h="588073">
                <a:moveTo>
                  <a:pt x="3703891" y="539020"/>
                </a:moveTo>
                <a:lnTo>
                  <a:pt x="3703891" y="478060"/>
                </a:lnTo>
                <a:lnTo>
                  <a:pt x="3611404" y="478060"/>
                </a:lnTo>
                <a:lnTo>
                  <a:pt x="3611404" y="440246"/>
                </a:lnTo>
                <a:lnTo>
                  <a:pt x="3518821" y="440246"/>
                </a:lnTo>
                <a:lnTo>
                  <a:pt x="3518821" y="405670"/>
                </a:lnTo>
                <a:lnTo>
                  <a:pt x="3426238" y="405670"/>
                </a:lnTo>
                <a:lnTo>
                  <a:pt x="3426238" y="539020"/>
                </a:lnTo>
                <a:lnTo>
                  <a:pt x="310420" y="539020"/>
                </a:lnTo>
                <a:lnTo>
                  <a:pt x="310420" y="511874"/>
                </a:lnTo>
                <a:lnTo>
                  <a:pt x="270605" y="511874"/>
                </a:lnTo>
                <a:lnTo>
                  <a:pt x="270605" y="475869"/>
                </a:lnTo>
                <a:lnTo>
                  <a:pt x="230791" y="475869"/>
                </a:lnTo>
                <a:lnTo>
                  <a:pt x="230791" y="439865"/>
                </a:lnTo>
                <a:lnTo>
                  <a:pt x="198977" y="439865"/>
                </a:lnTo>
                <a:lnTo>
                  <a:pt x="198977" y="0"/>
                </a:lnTo>
                <a:lnTo>
                  <a:pt x="0" y="0"/>
                </a:lnTo>
                <a:lnTo>
                  <a:pt x="0" y="511874"/>
                </a:lnTo>
                <a:lnTo>
                  <a:pt x="31814" y="511874"/>
                </a:lnTo>
                <a:lnTo>
                  <a:pt x="31814" y="551974"/>
                </a:lnTo>
                <a:lnTo>
                  <a:pt x="71628" y="551974"/>
                </a:lnTo>
                <a:lnTo>
                  <a:pt x="71628" y="588074"/>
                </a:lnTo>
                <a:lnTo>
                  <a:pt x="255842" y="588074"/>
                </a:lnTo>
                <a:lnTo>
                  <a:pt x="270605" y="588074"/>
                </a:lnTo>
                <a:lnTo>
                  <a:pt x="3426238" y="588074"/>
                </a:lnTo>
                <a:lnTo>
                  <a:pt x="3518821" y="588074"/>
                </a:lnTo>
                <a:lnTo>
                  <a:pt x="3611404" y="588074"/>
                </a:lnTo>
                <a:lnTo>
                  <a:pt x="3703891" y="588074"/>
                </a:lnTo>
                <a:lnTo>
                  <a:pt x="3816096" y="588074"/>
                </a:lnTo>
                <a:lnTo>
                  <a:pt x="3816096" y="539020"/>
                </a:lnTo>
                <a:lnTo>
                  <a:pt x="3703891" y="539020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0A03464-516F-81CD-44B6-074497E280BC}"/>
              </a:ext>
            </a:extLst>
          </p:cNvPr>
          <p:cNvGrpSpPr/>
          <p:nvPr/>
        </p:nvGrpSpPr>
        <p:grpSpPr>
          <a:xfrm>
            <a:off x="491290" y="4501032"/>
            <a:ext cx="11209421" cy="2191073"/>
            <a:chOff x="1323975" y="2514688"/>
            <a:chExt cx="9543573" cy="1824362"/>
          </a:xfrm>
        </p:grpSpPr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7E77B026-B446-8CDE-4064-AB4F2E254BCE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12F3B852-73F6-03FF-E79A-C580FE88D805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9B4669C-4516-A6DE-F8C4-33A219EDEFDD}"/>
              </a:ext>
            </a:extLst>
          </p:cNvPr>
          <p:cNvGrpSpPr/>
          <p:nvPr/>
        </p:nvGrpSpPr>
        <p:grpSpPr>
          <a:xfrm>
            <a:off x="516525" y="474715"/>
            <a:ext cx="4422193" cy="683393"/>
            <a:chOff x="516525" y="524064"/>
            <a:chExt cx="4422193" cy="683393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966C1E9-4451-107D-246D-A5C17F98B668}"/>
                </a:ext>
              </a:extLst>
            </p:cNvPr>
            <p:cNvSpPr/>
            <p:nvPr/>
          </p:nvSpPr>
          <p:spPr>
            <a:xfrm>
              <a:off x="1789642" y="604179"/>
              <a:ext cx="2722182" cy="127974"/>
            </a:xfrm>
            <a:prstGeom prst="rect">
              <a:avLst/>
            </a:prstGeom>
            <a:solidFill>
              <a:srgbClr val="01A1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722B9308-2D5F-7B78-110D-B9B335A84623}"/>
                </a:ext>
              </a:extLst>
            </p:cNvPr>
            <p:cNvGrpSpPr/>
            <p:nvPr/>
          </p:nvGrpSpPr>
          <p:grpSpPr>
            <a:xfrm>
              <a:off x="516525" y="524064"/>
              <a:ext cx="4422193" cy="683393"/>
              <a:chOff x="4186237" y="3133725"/>
              <a:chExt cx="3816096" cy="588073"/>
            </a:xfrm>
            <a:solidFill>
              <a:schemeClr val="tx1"/>
            </a:solidFill>
          </p:grpSpPr>
          <p:sp>
            <p:nvSpPr>
              <p:cNvPr id="43" name="자유형: 도형 42">
                <a:extLst>
                  <a:ext uri="{FF2B5EF4-FFF2-40B4-BE49-F238E27FC236}">
                    <a16:creationId xmlns:a16="http://schemas.microsoft.com/office/drawing/2014/main" id="{F13EAE1E-FE2C-4517-753B-1B0F0ABD5E49}"/>
                  </a:ext>
                </a:extLst>
              </p:cNvPr>
              <p:cNvSpPr/>
              <p:nvPr/>
            </p:nvSpPr>
            <p:spPr>
              <a:xfrm>
                <a:off x="4186237" y="3133725"/>
                <a:ext cx="3816096" cy="588073"/>
              </a:xfrm>
              <a:custGeom>
                <a:avLst/>
                <a:gdLst>
                  <a:gd name="connsiteX0" fmla="*/ 3703891 w 3816096"/>
                  <a:gd name="connsiteY0" fmla="*/ 539020 h 588073"/>
                  <a:gd name="connsiteX1" fmla="*/ 3703891 w 3816096"/>
                  <a:gd name="connsiteY1" fmla="*/ 478060 h 588073"/>
                  <a:gd name="connsiteX2" fmla="*/ 3611404 w 3816096"/>
                  <a:gd name="connsiteY2" fmla="*/ 478060 h 588073"/>
                  <a:gd name="connsiteX3" fmla="*/ 3611404 w 3816096"/>
                  <a:gd name="connsiteY3" fmla="*/ 440246 h 588073"/>
                  <a:gd name="connsiteX4" fmla="*/ 3518821 w 3816096"/>
                  <a:gd name="connsiteY4" fmla="*/ 440246 h 588073"/>
                  <a:gd name="connsiteX5" fmla="*/ 3518821 w 3816096"/>
                  <a:gd name="connsiteY5" fmla="*/ 405670 h 588073"/>
                  <a:gd name="connsiteX6" fmla="*/ 3426238 w 3816096"/>
                  <a:gd name="connsiteY6" fmla="*/ 405670 h 588073"/>
                  <a:gd name="connsiteX7" fmla="*/ 3426238 w 3816096"/>
                  <a:gd name="connsiteY7" fmla="*/ 539020 h 588073"/>
                  <a:gd name="connsiteX8" fmla="*/ 310420 w 3816096"/>
                  <a:gd name="connsiteY8" fmla="*/ 539020 h 588073"/>
                  <a:gd name="connsiteX9" fmla="*/ 310420 w 3816096"/>
                  <a:gd name="connsiteY9" fmla="*/ 511874 h 588073"/>
                  <a:gd name="connsiteX10" fmla="*/ 270605 w 3816096"/>
                  <a:gd name="connsiteY10" fmla="*/ 511874 h 588073"/>
                  <a:gd name="connsiteX11" fmla="*/ 270605 w 3816096"/>
                  <a:gd name="connsiteY11" fmla="*/ 475869 h 588073"/>
                  <a:gd name="connsiteX12" fmla="*/ 230791 w 3816096"/>
                  <a:gd name="connsiteY12" fmla="*/ 475869 h 588073"/>
                  <a:gd name="connsiteX13" fmla="*/ 230791 w 3816096"/>
                  <a:gd name="connsiteY13" fmla="*/ 439865 h 588073"/>
                  <a:gd name="connsiteX14" fmla="*/ 198977 w 3816096"/>
                  <a:gd name="connsiteY14" fmla="*/ 439865 h 588073"/>
                  <a:gd name="connsiteX15" fmla="*/ 198977 w 3816096"/>
                  <a:gd name="connsiteY15" fmla="*/ 0 h 588073"/>
                  <a:gd name="connsiteX16" fmla="*/ 0 w 3816096"/>
                  <a:gd name="connsiteY16" fmla="*/ 0 h 588073"/>
                  <a:gd name="connsiteX17" fmla="*/ 0 w 3816096"/>
                  <a:gd name="connsiteY17" fmla="*/ 511874 h 588073"/>
                  <a:gd name="connsiteX18" fmla="*/ 31814 w 3816096"/>
                  <a:gd name="connsiteY18" fmla="*/ 511874 h 588073"/>
                  <a:gd name="connsiteX19" fmla="*/ 31814 w 3816096"/>
                  <a:gd name="connsiteY19" fmla="*/ 551974 h 588073"/>
                  <a:gd name="connsiteX20" fmla="*/ 71628 w 3816096"/>
                  <a:gd name="connsiteY20" fmla="*/ 551974 h 588073"/>
                  <a:gd name="connsiteX21" fmla="*/ 71628 w 3816096"/>
                  <a:gd name="connsiteY21" fmla="*/ 588074 h 588073"/>
                  <a:gd name="connsiteX22" fmla="*/ 255842 w 3816096"/>
                  <a:gd name="connsiteY22" fmla="*/ 588074 h 588073"/>
                  <a:gd name="connsiteX23" fmla="*/ 270605 w 3816096"/>
                  <a:gd name="connsiteY23" fmla="*/ 588074 h 588073"/>
                  <a:gd name="connsiteX24" fmla="*/ 3426238 w 3816096"/>
                  <a:gd name="connsiteY24" fmla="*/ 588074 h 588073"/>
                  <a:gd name="connsiteX25" fmla="*/ 3518821 w 3816096"/>
                  <a:gd name="connsiteY25" fmla="*/ 588074 h 588073"/>
                  <a:gd name="connsiteX26" fmla="*/ 3611404 w 3816096"/>
                  <a:gd name="connsiteY26" fmla="*/ 588074 h 588073"/>
                  <a:gd name="connsiteX27" fmla="*/ 3703891 w 3816096"/>
                  <a:gd name="connsiteY27" fmla="*/ 588074 h 588073"/>
                  <a:gd name="connsiteX28" fmla="*/ 3816096 w 3816096"/>
                  <a:gd name="connsiteY28" fmla="*/ 588074 h 588073"/>
                  <a:gd name="connsiteX29" fmla="*/ 3816096 w 3816096"/>
                  <a:gd name="connsiteY29" fmla="*/ 539020 h 588073"/>
                  <a:gd name="connsiteX30" fmla="*/ 3703891 w 3816096"/>
                  <a:gd name="connsiteY30" fmla="*/ 539020 h 588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3816096" h="588073">
                    <a:moveTo>
                      <a:pt x="3703891" y="539020"/>
                    </a:moveTo>
                    <a:lnTo>
                      <a:pt x="3703891" y="478060"/>
                    </a:lnTo>
                    <a:lnTo>
                      <a:pt x="3611404" y="478060"/>
                    </a:lnTo>
                    <a:lnTo>
                      <a:pt x="3611404" y="440246"/>
                    </a:lnTo>
                    <a:lnTo>
                      <a:pt x="3518821" y="440246"/>
                    </a:lnTo>
                    <a:lnTo>
                      <a:pt x="3518821" y="405670"/>
                    </a:lnTo>
                    <a:lnTo>
                      <a:pt x="3426238" y="405670"/>
                    </a:lnTo>
                    <a:lnTo>
                      <a:pt x="3426238" y="539020"/>
                    </a:lnTo>
                    <a:lnTo>
                      <a:pt x="310420" y="539020"/>
                    </a:lnTo>
                    <a:lnTo>
                      <a:pt x="310420" y="511874"/>
                    </a:lnTo>
                    <a:lnTo>
                      <a:pt x="270605" y="511874"/>
                    </a:lnTo>
                    <a:lnTo>
                      <a:pt x="270605" y="475869"/>
                    </a:lnTo>
                    <a:lnTo>
                      <a:pt x="230791" y="475869"/>
                    </a:lnTo>
                    <a:lnTo>
                      <a:pt x="230791" y="439865"/>
                    </a:lnTo>
                    <a:lnTo>
                      <a:pt x="198977" y="439865"/>
                    </a:lnTo>
                    <a:lnTo>
                      <a:pt x="198977" y="0"/>
                    </a:lnTo>
                    <a:lnTo>
                      <a:pt x="0" y="0"/>
                    </a:lnTo>
                    <a:lnTo>
                      <a:pt x="0" y="511874"/>
                    </a:lnTo>
                    <a:lnTo>
                      <a:pt x="31814" y="511874"/>
                    </a:lnTo>
                    <a:lnTo>
                      <a:pt x="31814" y="551974"/>
                    </a:lnTo>
                    <a:lnTo>
                      <a:pt x="71628" y="551974"/>
                    </a:lnTo>
                    <a:lnTo>
                      <a:pt x="71628" y="588074"/>
                    </a:lnTo>
                    <a:lnTo>
                      <a:pt x="255842" y="588074"/>
                    </a:lnTo>
                    <a:lnTo>
                      <a:pt x="270605" y="588074"/>
                    </a:lnTo>
                    <a:lnTo>
                      <a:pt x="3426238" y="588074"/>
                    </a:lnTo>
                    <a:lnTo>
                      <a:pt x="3518821" y="588074"/>
                    </a:lnTo>
                    <a:lnTo>
                      <a:pt x="3611404" y="588074"/>
                    </a:lnTo>
                    <a:lnTo>
                      <a:pt x="3703891" y="588074"/>
                    </a:lnTo>
                    <a:lnTo>
                      <a:pt x="3816096" y="588074"/>
                    </a:lnTo>
                    <a:lnTo>
                      <a:pt x="3816096" y="539020"/>
                    </a:lnTo>
                    <a:lnTo>
                      <a:pt x="3703891" y="53902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C7FC2855-F70C-7A0B-213D-9B681D24E200}"/>
                  </a:ext>
                </a:extLst>
              </p:cNvPr>
              <p:cNvSpPr/>
              <p:nvPr/>
            </p:nvSpPr>
            <p:spPr>
              <a:xfrm>
                <a:off x="4521898" y="3133725"/>
                <a:ext cx="3321938" cy="259365"/>
              </a:xfrm>
              <a:custGeom>
                <a:avLst/>
                <a:gdLst>
                  <a:gd name="connsiteX0" fmla="*/ 724472 w 3321938"/>
                  <a:gd name="connsiteY0" fmla="*/ 259366 h 259365"/>
                  <a:gd name="connsiteX1" fmla="*/ 3092196 w 3321938"/>
                  <a:gd name="connsiteY1" fmla="*/ 259366 h 259365"/>
                  <a:gd name="connsiteX2" fmla="*/ 3286220 w 3321938"/>
                  <a:gd name="connsiteY2" fmla="*/ 259366 h 259365"/>
                  <a:gd name="connsiteX3" fmla="*/ 3321939 w 3321938"/>
                  <a:gd name="connsiteY3" fmla="*/ 259366 h 259365"/>
                  <a:gd name="connsiteX4" fmla="*/ 3321939 w 3321938"/>
                  <a:gd name="connsiteY4" fmla="*/ 0 h 259365"/>
                  <a:gd name="connsiteX5" fmla="*/ 3092196 w 3321938"/>
                  <a:gd name="connsiteY5" fmla="*/ 0 h 259365"/>
                  <a:gd name="connsiteX6" fmla="*/ 3092196 w 3321938"/>
                  <a:gd name="connsiteY6" fmla="*/ 221075 h 259365"/>
                  <a:gd name="connsiteX7" fmla="*/ 776573 w 3321938"/>
                  <a:gd name="connsiteY7" fmla="*/ 221075 h 259365"/>
                  <a:gd name="connsiteX8" fmla="*/ 776573 w 3321938"/>
                  <a:gd name="connsiteY8" fmla="*/ 3429 h 259365"/>
                  <a:gd name="connsiteX9" fmla="*/ 0 w 3321938"/>
                  <a:gd name="connsiteY9" fmla="*/ 3429 h 259365"/>
                  <a:gd name="connsiteX10" fmla="*/ 0 w 3321938"/>
                  <a:gd name="connsiteY10" fmla="*/ 259366 h 259365"/>
                  <a:gd name="connsiteX11" fmla="*/ 724472 w 3321938"/>
                  <a:gd name="connsiteY11" fmla="*/ 259366 h 259365"/>
                  <a:gd name="connsiteX12" fmla="*/ 724472 w 3321938"/>
                  <a:gd name="connsiteY12" fmla="*/ 259366 h 259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321938" h="259365">
                    <a:moveTo>
                      <a:pt x="724472" y="259366"/>
                    </a:moveTo>
                    <a:lnTo>
                      <a:pt x="3092196" y="259366"/>
                    </a:lnTo>
                    <a:lnTo>
                      <a:pt x="3286220" y="259366"/>
                    </a:lnTo>
                    <a:lnTo>
                      <a:pt x="3321939" y="259366"/>
                    </a:lnTo>
                    <a:lnTo>
                      <a:pt x="3321939" y="0"/>
                    </a:lnTo>
                    <a:lnTo>
                      <a:pt x="3092196" y="0"/>
                    </a:lnTo>
                    <a:lnTo>
                      <a:pt x="3092196" y="221075"/>
                    </a:lnTo>
                    <a:lnTo>
                      <a:pt x="776573" y="221075"/>
                    </a:lnTo>
                    <a:lnTo>
                      <a:pt x="776573" y="3429"/>
                    </a:lnTo>
                    <a:lnTo>
                      <a:pt x="0" y="3429"/>
                    </a:lnTo>
                    <a:lnTo>
                      <a:pt x="0" y="259366"/>
                    </a:lnTo>
                    <a:lnTo>
                      <a:pt x="724472" y="259366"/>
                    </a:lnTo>
                    <a:lnTo>
                      <a:pt x="724472" y="25936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58C547D-9957-030C-1E84-D41949E90F0C}"/>
                </a:ext>
              </a:extLst>
            </p:cNvPr>
            <p:cNvGrpSpPr/>
            <p:nvPr/>
          </p:nvGrpSpPr>
          <p:grpSpPr>
            <a:xfrm>
              <a:off x="983432" y="579947"/>
              <a:ext cx="645249" cy="183028"/>
              <a:chOff x="983432" y="579947"/>
              <a:chExt cx="645249" cy="183028"/>
            </a:xfrm>
          </p:grpSpPr>
          <p:grpSp>
            <p:nvGrpSpPr>
              <p:cNvPr id="21" name="그래픽 17">
                <a:extLst>
                  <a:ext uri="{FF2B5EF4-FFF2-40B4-BE49-F238E27FC236}">
                    <a16:creationId xmlns:a16="http://schemas.microsoft.com/office/drawing/2014/main" id="{0816F74A-CDBA-8FA5-E2DF-0D9CCE91ED5F}"/>
                  </a:ext>
                </a:extLst>
              </p:cNvPr>
              <p:cNvGrpSpPr/>
              <p:nvPr/>
            </p:nvGrpSpPr>
            <p:grpSpPr>
              <a:xfrm>
                <a:off x="983432" y="579947"/>
                <a:ext cx="645249" cy="183028"/>
                <a:chOff x="983432" y="579947"/>
                <a:chExt cx="645249" cy="183028"/>
              </a:xfrm>
              <a:solidFill>
                <a:srgbClr val="F9D071"/>
              </a:solidFill>
            </p:grpSpPr>
            <p:sp>
              <p:nvSpPr>
                <p:cNvPr id="23" name="자유형: 도형 22">
                  <a:extLst>
                    <a:ext uri="{FF2B5EF4-FFF2-40B4-BE49-F238E27FC236}">
                      <a16:creationId xmlns:a16="http://schemas.microsoft.com/office/drawing/2014/main" id="{F48B312B-CCED-139E-DAE9-BACD80C16DB6}"/>
                    </a:ext>
                  </a:extLst>
                </p:cNvPr>
                <p:cNvSpPr/>
                <p:nvPr/>
              </p:nvSpPr>
              <p:spPr>
                <a:xfrm>
                  <a:off x="983432" y="579947"/>
                  <a:ext cx="219090" cy="183028"/>
                </a:xfrm>
                <a:custGeom>
                  <a:avLst/>
                  <a:gdLst>
                    <a:gd name="connsiteX0" fmla="*/ 164527 w 219090"/>
                    <a:gd name="connsiteY0" fmla="*/ 86863 h 183028"/>
                    <a:gd name="connsiteX1" fmla="*/ 109231 w 219090"/>
                    <a:gd name="connsiteY1" fmla="*/ 86863 h 183028"/>
                    <a:gd name="connsiteX2" fmla="*/ 109231 w 219090"/>
                    <a:gd name="connsiteY2" fmla="*/ 0 h 183028"/>
                    <a:gd name="connsiteX3" fmla="*/ 0 w 219090"/>
                    <a:gd name="connsiteY3" fmla="*/ 0 h 183028"/>
                    <a:gd name="connsiteX4" fmla="*/ 0 w 219090"/>
                    <a:gd name="connsiteY4" fmla="*/ 183028 h 183028"/>
                    <a:gd name="connsiteX5" fmla="*/ 109231 w 219090"/>
                    <a:gd name="connsiteY5" fmla="*/ 183028 h 183028"/>
                    <a:gd name="connsiteX6" fmla="*/ 109231 w 219090"/>
                    <a:gd name="connsiteY6" fmla="*/ 130033 h 183028"/>
                    <a:gd name="connsiteX7" fmla="*/ 164527 w 219090"/>
                    <a:gd name="connsiteY7" fmla="*/ 130033 h 183028"/>
                    <a:gd name="connsiteX8" fmla="*/ 164527 w 219090"/>
                    <a:gd name="connsiteY8" fmla="*/ 183028 h 183028"/>
                    <a:gd name="connsiteX9" fmla="*/ 219090 w 219090"/>
                    <a:gd name="connsiteY9" fmla="*/ 183028 h 183028"/>
                    <a:gd name="connsiteX10" fmla="*/ 219090 w 219090"/>
                    <a:gd name="connsiteY10" fmla="*/ 0 h 183028"/>
                    <a:gd name="connsiteX11" fmla="*/ 164527 w 219090"/>
                    <a:gd name="connsiteY11" fmla="*/ 0 h 183028"/>
                    <a:gd name="connsiteX12" fmla="*/ 164527 w 219090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9090" h="183028">
                      <a:moveTo>
                        <a:pt x="164527" y="86863"/>
                      </a:moveTo>
                      <a:lnTo>
                        <a:pt x="109231" y="86863"/>
                      </a:lnTo>
                      <a:lnTo>
                        <a:pt x="109231" y="0"/>
                      </a:ln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164527" y="130033"/>
                      </a:lnTo>
                      <a:lnTo>
                        <a:pt x="164527" y="183028"/>
                      </a:lnTo>
                      <a:lnTo>
                        <a:pt x="219090" y="183028"/>
                      </a:lnTo>
                      <a:lnTo>
                        <a:pt x="219090" y="0"/>
                      </a:lnTo>
                      <a:lnTo>
                        <a:pt x="164527" y="0"/>
                      </a:lnTo>
                      <a:lnTo>
                        <a:pt x="164527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4" name="자유형: 도형 23">
                  <a:extLst>
                    <a:ext uri="{FF2B5EF4-FFF2-40B4-BE49-F238E27FC236}">
                      <a16:creationId xmlns:a16="http://schemas.microsoft.com/office/drawing/2014/main" id="{ED1EDAB8-BD1F-EB16-B328-CB76151FF736}"/>
                    </a:ext>
                  </a:extLst>
                </p:cNvPr>
                <p:cNvSpPr/>
                <p:nvPr/>
              </p:nvSpPr>
              <p:spPr>
                <a:xfrm>
                  <a:off x="1249141" y="579947"/>
                  <a:ext cx="217417" cy="183028"/>
                </a:xfrm>
                <a:custGeom>
                  <a:avLst/>
                  <a:gdLst>
                    <a:gd name="connsiteX0" fmla="*/ 211460 w 217417"/>
                    <a:gd name="connsiteY0" fmla="*/ 0 h 183028"/>
                    <a:gd name="connsiteX1" fmla="*/ 0 w 217417"/>
                    <a:gd name="connsiteY1" fmla="*/ 0 h 183028"/>
                    <a:gd name="connsiteX2" fmla="*/ 0 w 217417"/>
                    <a:gd name="connsiteY2" fmla="*/ 183028 h 183028"/>
                    <a:gd name="connsiteX3" fmla="*/ 109231 w 217417"/>
                    <a:gd name="connsiteY3" fmla="*/ 183028 h 183028"/>
                    <a:gd name="connsiteX4" fmla="*/ 109231 w 217417"/>
                    <a:gd name="connsiteY4" fmla="*/ 130033 h 183028"/>
                    <a:gd name="connsiteX5" fmla="*/ 217418 w 217417"/>
                    <a:gd name="connsiteY5" fmla="*/ 130033 h 183028"/>
                    <a:gd name="connsiteX6" fmla="*/ 217418 w 217417"/>
                    <a:gd name="connsiteY6" fmla="*/ 0 h 183028"/>
                    <a:gd name="connsiteX7" fmla="*/ 211564 w 217417"/>
                    <a:gd name="connsiteY7" fmla="*/ 0 h 183028"/>
                    <a:gd name="connsiteX8" fmla="*/ 109231 w 217417"/>
                    <a:gd name="connsiteY8" fmla="*/ 86863 h 183028"/>
                    <a:gd name="connsiteX9" fmla="*/ 109231 w 217417"/>
                    <a:gd name="connsiteY9" fmla="*/ 43170 h 183028"/>
                    <a:gd name="connsiteX10" fmla="*/ 162750 w 217417"/>
                    <a:gd name="connsiteY10" fmla="*/ 43170 h 183028"/>
                    <a:gd name="connsiteX11" fmla="*/ 162750 w 217417"/>
                    <a:gd name="connsiteY11" fmla="*/ 86863 h 183028"/>
                    <a:gd name="connsiteX12" fmla="*/ 109231 w 217417"/>
                    <a:gd name="connsiteY12" fmla="*/ 86863 h 1830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17417" h="183028">
                      <a:moveTo>
                        <a:pt x="211460" y="0"/>
                      </a:moveTo>
                      <a:lnTo>
                        <a:pt x="0" y="0"/>
                      </a:lnTo>
                      <a:lnTo>
                        <a:pt x="0" y="183028"/>
                      </a:lnTo>
                      <a:lnTo>
                        <a:pt x="109231" y="183028"/>
                      </a:lnTo>
                      <a:lnTo>
                        <a:pt x="109231" y="130033"/>
                      </a:lnTo>
                      <a:lnTo>
                        <a:pt x="217418" y="130033"/>
                      </a:lnTo>
                      <a:lnTo>
                        <a:pt x="217418" y="0"/>
                      </a:lnTo>
                      <a:lnTo>
                        <a:pt x="211564" y="0"/>
                      </a:lnTo>
                      <a:close/>
                      <a:moveTo>
                        <a:pt x="109231" y="86863"/>
                      </a:moveTo>
                      <a:lnTo>
                        <a:pt x="109231" y="43170"/>
                      </a:lnTo>
                      <a:lnTo>
                        <a:pt x="162750" y="43170"/>
                      </a:lnTo>
                      <a:lnTo>
                        <a:pt x="162750" y="86863"/>
                      </a:lnTo>
                      <a:lnTo>
                        <a:pt x="109231" y="86863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25" name="자유형: 도형 24">
                  <a:extLst>
                    <a:ext uri="{FF2B5EF4-FFF2-40B4-BE49-F238E27FC236}">
                      <a16:creationId xmlns:a16="http://schemas.microsoft.com/office/drawing/2014/main" id="{BD4C301F-5B4B-F932-F07F-687283FFC8A1}"/>
                    </a:ext>
                  </a:extLst>
                </p:cNvPr>
                <p:cNvSpPr/>
                <p:nvPr/>
              </p:nvSpPr>
              <p:spPr>
                <a:xfrm>
                  <a:off x="1592410" y="579947"/>
                  <a:ext cx="36271" cy="36271"/>
                </a:xfrm>
                <a:custGeom>
                  <a:avLst/>
                  <a:gdLst>
                    <a:gd name="connsiteX0" fmla="*/ 0 w 36271"/>
                    <a:gd name="connsiteY0" fmla="*/ 0 h 36271"/>
                    <a:gd name="connsiteX1" fmla="*/ 36271 w 36271"/>
                    <a:gd name="connsiteY1" fmla="*/ 0 h 36271"/>
                    <a:gd name="connsiteX2" fmla="*/ 36271 w 36271"/>
                    <a:gd name="connsiteY2" fmla="*/ 36271 h 36271"/>
                    <a:gd name="connsiteX3" fmla="*/ 0 w 36271"/>
                    <a:gd name="connsiteY3" fmla="*/ 36271 h 36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271" h="36271">
                      <a:moveTo>
                        <a:pt x="0" y="0"/>
                      </a:moveTo>
                      <a:lnTo>
                        <a:pt x="36271" y="0"/>
                      </a:lnTo>
                      <a:lnTo>
                        <a:pt x="36271" y="36271"/>
                      </a:lnTo>
                      <a:lnTo>
                        <a:pt x="0" y="36271"/>
                      </a:lnTo>
                      <a:close/>
                    </a:path>
                  </a:pathLst>
                </a:custGeom>
                <a:solidFill>
                  <a:srgbClr val="F9D071"/>
                </a:solidFill>
                <a:ln w="104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8F1A6897-78A8-E153-D692-A4190023DCC8}"/>
                  </a:ext>
                </a:extLst>
              </p:cNvPr>
              <p:cNvSpPr/>
              <p:nvPr/>
            </p:nvSpPr>
            <p:spPr>
              <a:xfrm>
                <a:off x="1592410" y="726704"/>
                <a:ext cx="36271" cy="36271"/>
              </a:xfrm>
              <a:custGeom>
                <a:avLst/>
                <a:gdLst>
                  <a:gd name="connsiteX0" fmla="*/ 0 w 36271"/>
                  <a:gd name="connsiteY0" fmla="*/ 0 h 36271"/>
                  <a:gd name="connsiteX1" fmla="*/ 36271 w 36271"/>
                  <a:gd name="connsiteY1" fmla="*/ 0 h 36271"/>
                  <a:gd name="connsiteX2" fmla="*/ 36271 w 36271"/>
                  <a:gd name="connsiteY2" fmla="*/ 36271 h 36271"/>
                  <a:gd name="connsiteX3" fmla="*/ 0 w 36271"/>
                  <a:gd name="connsiteY3" fmla="*/ 36271 h 3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6271" h="36271">
                    <a:moveTo>
                      <a:pt x="0" y="0"/>
                    </a:moveTo>
                    <a:lnTo>
                      <a:pt x="36271" y="0"/>
                    </a:lnTo>
                    <a:lnTo>
                      <a:pt x="36271" y="36271"/>
                    </a:lnTo>
                    <a:lnTo>
                      <a:pt x="0" y="36271"/>
                    </a:lnTo>
                    <a:close/>
                  </a:path>
                </a:pathLst>
              </a:custGeom>
              <a:solidFill>
                <a:srgbClr val="F9D071"/>
              </a:solidFill>
              <a:ln w="104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171B4B0-CC5F-0AE2-7EF1-9A438EF2C7EF}"/>
              </a:ext>
            </a:extLst>
          </p:cNvPr>
          <p:cNvGrpSpPr/>
          <p:nvPr/>
        </p:nvGrpSpPr>
        <p:grpSpPr>
          <a:xfrm>
            <a:off x="8040216" y="3752067"/>
            <a:ext cx="3081182" cy="421124"/>
            <a:chOff x="7983370" y="3727749"/>
            <a:chExt cx="3259110" cy="445442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D6EE1716-AC4F-F8E4-E034-754D0D4DF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544272" y="3727749"/>
              <a:ext cx="445442" cy="445442"/>
            </a:xfrm>
            <a:prstGeom prst="rect">
              <a:avLst/>
            </a:prstGeom>
          </p:spPr>
        </p:pic>
        <p:pic>
          <p:nvPicPr>
            <p:cNvPr id="30" name="그래픽 29">
              <a:extLst>
                <a:ext uri="{FF2B5EF4-FFF2-40B4-BE49-F238E27FC236}">
                  <a16:creationId xmlns:a16="http://schemas.microsoft.com/office/drawing/2014/main" id="{AF3EDED1-68B0-3175-ED8F-551BE3DAD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06942" y="3727749"/>
              <a:ext cx="445442" cy="445442"/>
            </a:xfrm>
            <a:prstGeom prst="rect">
              <a:avLst/>
            </a:prstGeom>
          </p:spPr>
        </p:pic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88D86188-7258-82F2-3F63-00EA721BB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662964" y="3727749"/>
              <a:ext cx="445442" cy="445442"/>
            </a:xfrm>
            <a:prstGeom prst="rect">
              <a:avLst/>
            </a:prstGeom>
          </p:spPr>
        </p:pic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9EBA3729-7344-D05A-E543-6A7F1044C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30001" y="3727749"/>
              <a:ext cx="445442" cy="445442"/>
            </a:xfrm>
            <a:prstGeom prst="rect">
              <a:avLst/>
            </a:prstGeom>
          </p:spPr>
        </p:pic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C1FEFA59-F432-BC01-8648-8469B1B05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97038" y="3727749"/>
              <a:ext cx="445442" cy="445442"/>
            </a:xfrm>
            <a:prstGeom prst="rect">
              <a:avLst/>
            </a:prstGeom>
          </p:spPr>
        </p:pic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A25EF080-29FC-1B57-DE1B-18CDB0245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83370" y="3727749"/>
              <a:ext cx="445442" cy="445442"/>
            </a:xfrm>
            <a:prstGeom prst="rect">
              <a:avLst/>
            </a:prstGeom>
          </p:spPr>
        </p:pic>
      </p:grpSp>
      <p:pic>
        <p:nvPicPr>
          <p:cNvPr id="37" name="그래픽 36">
            <a:extLst>
              <a:ext uri="{FF2B5EF4-FFF2-40B4-BE49-F238E27FC236}">
                <a16:creationId xmlns:a16="http://schemas.microsoft.com/office/drawing/2014/main" id="{DCE25E10-F294-B3E8-D9B8-A4141BDC61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9484" y="3749006"/>
            <a:ext cx="425738" cy="425738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4F1108F5-C711-4911-4E10-A2256CD755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930" y="3749006"/>
            <a:ext cx="425738" cy="425738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CCA985C7-3A93-D3E4-A894-F2166E3836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65882" y="3749006"/>
            <a:ext cx="425738" cy="42573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6B5CAB9F-7D5F-B393-F7DF-EF78BBAAF0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884" y="-21039"/>
            <a:ext cx="2686619" cy="3540965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0C99E7D8-A03A-B31E-E374-42932AFD31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00141" y="3749006"/>
            <a:ext cx="425738" cy="42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705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6" presetClass="emph" presetSubtype="0" repeatCount="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F9AC7-E224-A9AF-EBFA-6F6356A15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1070E4F5-E2F7-277C-02CE-1DA015DBA4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360" y="251879"/>
            <a:ext cx="11521280" cy="6354243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2C0AFAF3-A2C5-DF61-DC27-F2CC0D87D374}"/>
              </a:ext>
            </a:extLst>
          </p:cNvPr>
          <p:cNvGrpSpPr/>
          <p:nvPr/>
        </p:nvGrpSpPr>
        <p:grpSpPr>
          <a:xfrm>
            <a:off x="9048328" y="5877272"/>
            <a:ext cx="2374304" cy="328066"/>
            <a:chOff x="8040216" y="3749006"/>
            <a:chExt cx="3081182" cy="42573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1E95EA0-9233-E39B-9062-93475046BB16}"/>
                </a:ext>
              </a:extLst>
            </p:cNvPr>
            <p:cNvGrpSpPr/>
            <p:nvPr/>
          </p:nvGrpSpPr>
          <p:grpSpPr>
            <a:xfrm>
              <a:off x="8040216" y="3752067"/>
              <a:ext cx="3081182" cy="421124"/>
              <a:chOff x="7983370" y="3727749"/>
              <a:chExt cx="3259110" cy="445442"/>
            </a:xfrm>
          </p:grpSpPr>
          <p:pic>
            <p:nvPicPr>
              <p:cNvPr id="15" name="그래픽 14">
                <a:extLst>
                  <a:ext uri="{FF2B5EF4-FFF2-40B4-BE49-F238E27FC236}">
                    <a16:creationId xmlns:a16="http://schemas.microsoft.com/office/drawing/2014/main" id="{476A6A9F-299A-8DE6-5DBC-1F4DAC13FD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54427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6" name="그래픽 15">
                <a:extLst>
                  <a:ext uri="{FF2B5EF4-FFF2-40B4-BE49-F238E27FC236}">
                    <a16:creationId xmlns:a16="http://schemas.microsoft.com/office/drawing/2014/main" id="{A1659543-E0AF-B6D0-DEA9-7346470E6C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106942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7" name="그래픽 16">
                <a:extLst>
                  <a:ext uri="{FF2B5EF4-FFF2-40B4-BE49-F238E27FC236}">
                    <a16:creationId xmlns:a16="http://schemas.microsoft.com/office/drawing/2014/main" id="{8EA18D83-41F5-E9E8-948B-534A137D66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662964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8" name="그래픽 17">
                <a:extLst>
                  <a:ext uri="{FF2B5EF4-FFF2-40B4-BE49-F238E27FC236}">
                    <a16:creationId xmlns:a16="http://schemas.microsoft.com/office/drawing/2014/main" id="{1C4AABCA-CB11-4062-3543-A1B8E71E3C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230001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354CD49B-403E-6109-7216-C03DDF835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797038" y="3727749"/>
                <a:ext cx="445442" cy="445442"/>
              </a:xfrm>
              <a:prstGeom prst="rect">
                <a:avLst/>
              </a:prstGeom>
            </p:spPr>
          </p:pic>
          <p:pic>
            <p:nvPicPr>
              <p:cNvPr id="20" name="그래픽 19">
                <a:extLst>
                  <a:ext uri="{FF2B5EF4-FFF2-40B4-BE49-F238E27FC236}">
                    <a16:creationId xmlns:a16="http://schemas.microsoft.com/office/drawing/2014/main" id="{01D3D85F-2F96-7087-F0D5-8B854F399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983370" y="3727749"/>
                <a:ext cx="445442" cy="445442"/>
              </a:xfrm>
              <a:prstGeom prst="rect">
                <a:avLst/>
              </a:prstGeom>
            </p:spPr>
          </p:pic>
        </p:grpSp>
        <p:pic>
          <p:nvPicPr>
            <p:cNvPr id="21" name="그래픽 20">
              <a:extLst>
                <a:ext uri="{FF2B5EF4-FFF2-40B4-BE49-F238E27FC236}">
                  <a16:creationId xmlns:a16="http://schemas.microsoft.com/office/drawing/2014/main" id="{512C5347-A71F-A043-92FD-EB5AD7C20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40216" y="3749006"/>
              <a:ext cx="425738" cy="425738"/>
            </a:xfrm>
            <a:prstGeom prst="rect">
              <a:avLst/>
            </a:prstGeom>
          </p:spPr>
        </p:pic>
      </p:grpSp>
      <p:pic>
        <p:nvPicPr>
          <p:cNvPr id="23" name="Picture 7">
            <a:extLst>
              <a:ext uri="{FF2B5EF4-FFF2-40B4-BE49-F238E27FC236}">
                <a16:creationId xmlns:a16="http://schemas.microsoft.com/office/drawing/2014/main" id="{E51FB722-C988-52A2-1A75-759D45C5E7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020"/>
          <a:stretch/>
        </p:blipFill>
        <p:spPr bwMode="auto">
          <a:xfrm>
            <a:off x="583358" y="4221088"/>
            <a:ext cx="2232248" cy="2133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3CE7AA92-3CE1-5905-9D13-9B2512C69BBD}"/>
              </a:ext>
            </a:extLst>
          </p:cNvPr>
          <p:cNvGrpSpPr/>
          <p:nvPr/>
        </p:nvGrpSpPr>
        <p:grpSpPr>
          <a:xfrm>
            <a:off x="691370" y="620600"/>
            <a:ext cx="4248472" cy="529990"/>
            <a:chOff x="691370" y="620600"/>
            <a:chExt cx="4248472" cy="529990"/>
          </a:xfrm>
        </p:grpSpPr>
        <p:pic>
          <p:nvPicPr>
            <p:cNvPr id="29" name="그래픽 28">
              <a:extLst>
                <a:ext uri="{FF2B5EF4-FFF2-40B4-BE49-F238E27FC236}">
                  <a16:creationId xmlns:a16="http://schemas.microsoft.com/office/drawing/2014/main" id="{D89D82E3-C624-4A06-74D9-D5B0F5AA29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91370" y="620600"/>
              <a:ext cx="4248472" cy="52999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0A8DBCB-B484-8D99-C6F0-C1A424DE18FD}"/>
                </a:ext>
              </a:extLst>
            </p:cNvPr>
            <p:cNvSpPr txBox="1"/>
            <p:nvPr/>
          </p:nvSpPr>
          <p:spPr>
            <a:xfrm>
              <a:off x="911424" y="640074"/>
              <a:ext cx="178446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4. </a:t>
              </a:r>
              <a:r>
                <a:rPr lang="ko-KR" altLang="en-US" sz="22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아쉬운 점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54C294B3-CC0B-9711-C3A5-6D5702C4427F}"/>
              </a:ext>
            </a:extLst>
          </p:cNvPr>
          <p:cNvSpPr txBox="1"/>
          <p:nvPr/>
        </p:nvSpPr>
        <p:spPr>
          <a:xfrm>
            <a:off x="2855640" y="1196752"/>
            <a:ext cx="6624736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본래 기획에서 빠진 기능이 많은 것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457200" indent="-457200" algn="ctr">
              <a:buAutoNum type="arabicPeriod"/>
            </a:pP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GUI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를 사용하지 못한 점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457200" indent="-457200">
              <a:buAutoNum type="arabicPeriod"/>
            </a:pP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프로젝트로 마무리 하는 점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플래너의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 세부 요소를 추가하지 못한 점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완성도가 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100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퍼센트가 아닌 점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만족하는 점</a:t>
            </a:r>
            <a:endParaRPr lang="en-US" altLang="ko-KR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en-US" altLang="ko-KR" sz="1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배운 것들을 많이 활용 해볼 수 있는 기회가 되어 만족스럽고 뿌듯하다</a:t>
            </a:r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2A5EA2-3518-10B7-E38C-ECCA63B0EF5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050" y="332656"/>
            <a:ext cx="1579580" cy="208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7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그룹 29">
            <a:extLst>
              <a:ext uri="{FF2B5EF4-FFF2-40B4-BE49-F238E27FC236}">
                <a16:creationId xmlns:a16="http://schemas.microsoft.com/office/drawing/2014/main" id="{55EE2E8A-EAC9-2E70-2541-9AFDFBDD4D60}"/>
              </a:ext>
            </a:extLst>
          </p:cNvPr>
          <p:cNvGrpSpPr/>
          <p:nvPr/>
        </p:nvGrpSpPr>
        <p:grpSpPr>
          <a:xfrm>
            <a:off x="-5428514" y="-3339752"/>
            <a:ext cx="22978553" cy="12925436"/>
            <a:chOff x="0" y="0"/>
            <a:chExt cx="12192000" cy="6858000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7F1A8B3-293A-FA96-0630-F76EA472E42A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83D5819E-067E-54B0-E2EF-22DE2ADE2B74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37" name="그래픽 36">
                <a:extLst>
                  <a:ext uri="{FF2B5EF4-FFF2-40B4-BE49-F238E27FC236}">
                    <a16:creationId xmlns:a16="http://schemas.microsoft.com/office/drawing/2014/main" id="{EAE07229-6B74-7E7D-B998-21129951C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60640" y="6021288"/>
                <a:ext cx="982117" cy="407671"/>
              </a:xfrm>
              <a:prstGeom prst="rect">
                <a:avLst/>
              </a:prstGeom>
            </p:spPr>
          </p:pic>
          <p:pic>
            <p:nvPicPr>
              <p:cNvPr id="38" name="그래픽 37">
                <a:extLst>
                  <a:ext uri="{FF2B5EF4-FFF2-40B4-BE49-F238E27FC236}">
                    <a16:creationId xmlns:a16="http://schemas.microsoft.com/office/drawing/2014/main" id="{E5D5EB46-3101-471D-0792-5A75314CC7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449243" y="6021288"/>
                <a:ext cx="982117" cy="407671"/>
              </a:xfrm>
              <a:prstGeom prst="rect">
                <a:avLst/>
              </a:prstGeom>
            </p:spPr>
          </p:pic>
        </p:grpSp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3B74733C-5B53-172C-7847-E7BCEAF19C09}"/>
                </a:ext>
              </a:extLst>
            </p:cNvPr>
            <p:cNvSpPr/>
            <p:nvPr/>
          </p:nvSpPr>
          <p:spPr>
            <a:xfrm>
              <a:off x="2531604" y="207821"/>
              <a:ext cx="7128792" cy="6442359"/>
            </a:xfrm>
            <a:prstGeom prst="roundRect">
              <a:avLst>
                <a:gd name="adj" fmla="val 277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" name="그래픽 32">
              <a:extLst>
                <a:ext uri="{FF2B5EF4-FFF2-40B4-BE49-F238E27FC236}">
                  <a16:creationId xmlns:a16="http://schemas.microsoft.com/office/drawing/2014/main" id="{6B31FFEA-B52C-E1B2-A222-883E098E9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1579" y="1412776"/>
              <a:ext cx="1752368" cy="1707436"/>
            </a:xfrm>
            <a:prstGeom prst="rect">
              <a:avLst/>
            </a:prstGeom>
          </p:spPr>
        </p:pic>
        <p:pic>
          <p:nvPicPr>
            <p:cNvPr id="34" name="그래픽 33">
              <a:extLst>
                <a:ext uri="{FF2B5EF4-FFF2-40B4-BE49-F238E27FC236}">
                  <a16:creationId xmlns:a16="http://schemas.microsoft.com/office/drawing/2014/main" id="{6A5966AA-CD0E-2781-B6EC-EA4DEF533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82986" y="1424758"/>
              <a:ext cx="1707435" cy="1729902"/>
            </a:xfrm>
            <a:prstGeom prst="rect">
              <a:avLst/>
            </a:prstGeom>
          </p:spPr>
        </p:pic>
        <p:pic>
          <p:nvPicPr>
            <p:cNvPr id="35" name="그래픽 34">
              <a:extLst>
                <a:ext uri="{FF2B5EF4-FFF2-40B4-BE49-F238E27FC236}">
                  <a16:creationId xmlns:a16="http://schemas.microsoft.com/office/drawing/2014/main" id="{B4101D0F-E9EC-0AF0-6A2D-526E6DE98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639616" y="332656"/>
              <a:ext cx="6912768" cy="6192688"/>
            </a:xfrm>
            <a:prstGeom prst="rect">
              <a:avLst/>
            </a:prstGeom>
          </p:spPr>
        </p:pic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6143396E-420D-AF59-1D5A-E3FAA7DFFA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28111" y="997519"/>
            <a:ext cx="2026312" cy="2919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0" t="70610" r="41913" b="13376"/>
          <a:stretch/>
        </p:blipFill>
        <p:spPr bwMode="auto">
          <a:xfrm>
            <a:off x="5631105" y="3916932"/>
            <a:ext cx="429658" cy="429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0" t="70610" r="41913" b="13376"/>
          <a:stretch/>
        </p:blipFill>
        <p:spPr bwMode="auto">
          <a:xfrm>
            <a:off x="6063758" y="3916932"/>
            <a:ext cx="429658" cy="429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0" t="70610" r="41913" b="13376"/>
          <a:stretch/>
        </p:blipFill>
        <p:spPr bwMode="auto">
          <a:xfrm>
            <a:off x="6505630" y="3916932"/>
            <a:ext cx="429658" cy="429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0" t="70610" r="41913" b="13376"/>
          <a:stretch/>
        </p:blipFill>
        <p:spPr bwMode="auto">
          <a:xfrm>
            <a:off x="5188954" y="3916932"/>
            <a:ext cx="429658" cy="429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2141099" y="4869161"/>
            <a:ext cx="3275256" cy="461665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　</a:t>
            </a:r>
            <a:r>
              <a:rPr lang="ja-JP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どきどき　げくじぷ</a:t>
            </a:r>
            <a:r>
              <a:rPr lang="en-US" altLang="ko-KR" sz="2400" b="1" dirty="0">
                <a:latin typeface="페이퍼로지 5 Medium" pitchFamily="2" charset="-127"/>
                <a:ea typeface="페이퍼로지 5 Medium" pitchFamily="2" charset="-127"/>
              </a:rPr>
              <a:t>:</a:t>
            </a:r>
            <a:endParaRPr lang="ko-KR" altLang="en-US" sz="2400" b="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13648" y="4851367"/>
            <a:ext cx="3599062" cy="461665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페이퍼로지 5 Medium" pitchFamily="2" charset="-127"/>
                <a:ea typeface="페이퍼로지 5 Medium" pitchFamily="2" charset="-127"/>
              </a:rPr>
              <a:t>야호</a:t>
            </a:r>
            <a:r>
              <a:rPr lang="en-US" altLang="ko-KR" sz="2400" b="1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2400" b="1" dirty="0">
                <a:latin typeface="페이퍼로지 5 Medium" pitchFamily="2" charset="-127"/>
                <a:ea typeface="페이퍼로지 5 Medium" pitchFamily="2" charset="-127"/>
              </a:rPr>
              <a:t>모든 발표를 다 끝냈다</a:t>
            </a:r>
            <a:r>
              <a:rPr lang="en-US" altLang="ko-KR" sz="2400" b="1" dirty="0">
                <a:latin typeface="페이퍼로지 5 Medium" pitchFamily="2" charset="-127"/>
                <a:ea typeface="페이퍼로지 5 Medium" pitchFamily="2" charset="-127"/>
              </a:rPr>
              <a:t>!</a:t>
            </a:r>
            <a:endParaRPr lang="ko-KR" altLang="en-US" sz="2400" b="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17794" y="4860958"/>
            <a:ext cx="3398687" cy="461665"/>
          </a:xfrm>
          <a:prstGeom prst="rect">
            <a:avLst/>
          </a:prstGeom>
          <a:noFill/>
          <a:scene3d>
            <a:camera prst="obliqueTopLeft"/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latin typeface="페이퍼로지 5 Medium" pitchFamily="2" charset="-127"/>
                <a:ea typeface="페이퍼로지 5 Medium" pitchFamily="2" charset="-127"/>
              </a:rPr>
              <a:t>자</a:t>
            </a:r>
            <a:r>
              <a:rPr lang="en-US" altLang="ko-KR" sz="2400" b="1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2400" b="1" dirty="0">
                <a:latin typeface="페이퍼로지 5 Medium" pitchFamily="2" charset="-127"/>
                <a:ea typeface="페이퍼로지 5 Medium" pitchFamily="2" charset="-127"/>
              </a:rPr>
              <a:t>그럼 질문을 받아볼까</a:t>
            </a:r>
            <a:r>
              <a:rPr lang="en-US" altLang="ko-KR" sz="2400" b="1" dirty="0">
                <a:latin typeface="페이퍼로지 5 Medium" pitchFamily="2" charset="-127"/>
                <a:ea typeface="페이퍼로지 5 Medium" pitchFamily="2" charset="-127"/>
              </a:rPr>
              <a:t>?</a:t>
            </a:r>
            <a:endParaRPr lang="ko-KR" altLang="en-US" sz="2400" b="1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E8FD2B0-4D50-035B-4A70-18CAD6D16679}"/>
              </a:ext>
            </a:extLst>
          </p:cNvPr>
          <p:cNvGrpSpPr/>
          <p:nvPr/>
        </p:nvGrpSpPr>
        <p:grpSpPr>
          <a:xfrm>
            <a:off x="1853485" y="4437112"/>
            <a:ext cx="8485030" cy="2191073"/>
            <a:chOff x="1323975" y="2514688"/>
            <a:chExt cx="9543573" cy="1824362"/>
          </a:xfrm>
        </p:grpSpPr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09DD9122-6E18-2239-1C8F-77D4E7391139}"/>
                </a:ext>
              </a:extLst>
            </p:cNvPr>
            <p:cNvSpPr/>
            <p:nvPr/>
          </p:nvSpPr>
          <p:spPr>
            <a:xfrm>
              <a:off x="1323975" y="2514688"/>
              <a:ext cx="9543573" cy="1824362"/>
            </a:xfrm>
            <a:custGeom>
              <a:avLst/>
              <a:gdLst>
                <a:gd name="connsiteX0" fmla="*/ 93155 w 9543573"/>
                <a:gd name="connsiteY0" fmla="*/ 43727 h 1824362"/>
                <a:gd name="connsiteX1" fmla="*/ 114491 w 9543573"/>
                <a:gd name="connsiteY1" fmla="*/ 102 h 1824362"/>
                <a:gd name="connsiteX2" fmla="*/ 9441752 w 9543573"/>
                <a:gd name="connsiteY2" fmla="*/ 102 h 1824362"/>
                <a:gd name="connsiteX3" fmla="*/ 9457087 w 9543573"/>
                <a:gd name="connsiteY3" fmla="*/ 43631 h 1824362"/>
                <a:gd name="connsiteX4" fmla="*/ 9488424 w 9543573"/>
                <a:gd name="connsiteY4" fmla="*/ 46298 h 1824362"/>
                <a:gd name="connsiteX5" fmla="*/ 9494330 w 9543573"/>
                <a:gd name="connsiteY5" fmla="*/ 74397 h 1824362"/>
                <a:gd name="connsiteX6" fmla="*/ 9543574 w 9543573"/>
                <a:gd name="connsiteY6" fmla="*/ 74588 h 1824362"/>
                <a:gd name="connsiteX7" fmla="*/ 9543574 w 9543573"/>
                <a:gd name="connsiteY7" fmla="*/ 1733271 h 1824362"/>
                <a:gd name="connsiteX8" fmla="*/ 9494044 w 9543573"/>
                <a:gd name="connsiteY8" fmla="*/ 1742510 h 1824362"/>
                <a:gd name="connsiteX9" fmla="*/ 9491472 w 9543573"/>
                <a:gd name="connsiteY9" fmla="*/ 1773943 h 1824362"/>
                <a:gd name="connsiteX10" fmla="*/ 9462992 w 9543573"/>
                <a:gd name="connsiteY10" fmla="*/ 1782611 h 1824362"/>
                <a:gd name="connsiteX11" fmla="*/ 9423273 w 9543573"/>
                <a:gd name="connsiteY11" fmla="*/ 1823378 h 1824362"/>
                <a:gd name="connsiteX12" fmla="*/ 114491 w 9543573"/>
                <a:gd name="connsiteY12" fmla="*/ 1823378 h 1824362"/>
                <a:gd name="connsiteX13" fmla="*/ 93155 w 9543573"/>
                <a:gd name="connsiteY13" fmla="*/ 1779658 h 1824362"/>
                <a:gd name="connsiteX14" fmla="*/ 49435 w 9543573"/>
                <a:gd name="connsiteY14" fmla="*/ 1776991 h 1824362"/>
                <a:gd name="connsiteX15" fmla="*/ 43625 w 9543573"/>
                <a:gd name="connsiteY15" fmla="*/ 1742606 h 1824362"/>
                <a:gd name="connsiteX16" fmla="*/ 0 w 9543573"/>
                <a:gd name="connsiteY16" fmla="*/ 1708887 h 1824362"/>
                <a:gd name="connsiteX17" fmla="*/ 0 w 9543573"/>
                <a:gd name="connsiteY17" fmla="*/ 108401 h 1824362"/>
                <a:gd name="connsiteX18" fmla="*/ 43625 w 9543573"/>
                <a:gd name="connsiteY18" fmla="*/ 74683 h 1824362"/>
                <a:gd name="connsiteX19" fmla="*/ 43625 w 9543573"/>
                <a:gd name="connsiteY19" fmla="*/ 1705554 h 1824362"/>
                <a:gd name="connsiteX20" fmla="*/ 92869 w 9543573"/>
                <a:gd name="connsiteY20" fmla="*/ 1705744 h 1824362"/>
                <a:gd name="connsiteX21" fmla="*/ 114491 w 9543573"/>
                <a:gd name="connsiteY21" fmla="*/ 1736796 h 1824362"/>
                <a:gd name="connsiteX22" fmla="*/ 9444895 w 9543573"/>
                <a:gd name="connsiteY22" fmla="*/ 1733652 h 1824362"/>
                <a:gd name="connsiteX23" fmla="*/ 9487948 w 9543573"/>
                <a:gd name="connsiteY23" fmla="*/ 1705554 h 1824362"/>
                <a:gd name="connsiteX24" fmla="*/ 9487948 w 9543573"/>
                <a:gd name="connsiteY24" fmla="*/ 74683 h 1824362"/>
                <a:gd name="connsiteX25" fmla="*/ 9450800 w 9543573"/>
                <a:gd name="connsiteY25" fmla="*/ 74683 h 1824362"/>
                <a:gd name="connsiteX26" fmla="*/ 9447276 w 9543573"/>
                <a:gd name="connsiteY26" fmla="*/ 43631 h 1824362"/>
                <a:gd name="connsiteX27" fmla="*/ 93155 w 9543573"/>
                <a:gd name="connsiteY27" fmla="*/ 43631 h 1824362"/>
                <a:gd name="connsiteX28" fmla="*/ 43625 w 9543573"/>
                <a:gd name="connsiteY28" fmla="*/ 74683 h 1824362"/>
                <a:gd name="connsiteX29" fmla="*/ 43625 w 9543573"/>
                <a:gd name="connsiteY29" fmla="*/ 43727 h 1824362"/>
                <a:gd name="connsiteX30" fmla="*/ 93155 w 9543573"/>
                <a:gd name="connsiteY30" fmla="*/ 43727 h 1824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543573" h="1824362">
                  <a:moveTo>
                    <a:pt x="93155" y="43727"/>
                  </a:moveTo>
                  <a:cubicBezTo>
                    <a:pt x="93726" y="23248"/>
                    <a:pt x="86201" y="-1041"/>
                    <a:pt x="114491" y="102"/>
                  </a:cubicBezTo>
                  <a:lnTo>
                    <a:pt x="9441752" y="102"/>
                  </a:lnTo>
                  <a:cubicBezTo>
                    <a:pt x="9461278" y="-2374"/>
                    <a:pt x="9454420" y="40964"/>
                    <a:pt x="9457087" y="43631"/>
                  </a:cubicBezTo>
                  <a:cubicBezTo>
                    <a:pt x="9459373" y="45917"/>
                    <a:pt x="9479947" y="40488"/>
                    <a:pt x="9488424" y="46298"/>
                  </a:cubicBezTo>
                  <a:cubicBezTo>
                    <a:pt x="9496901" y="52109"/>
                    <a:pt x="9492234" y="72111"/>
                    <a:pt x="9494330" y="74397"/>
                  </a:cubicBezTo>
                  <a:cubicBezTo>
                    <a:pt x="9497187" y="77445"/>
                    <a:pt x="9543574" y="72206"/>
                    <a:pt x="9543574" y="74588"/>
                  </a:cubicBezTo>
                  <a:lnTo>
                    <a:pt x="9543574" y="1733271"/>
                  </a:lnTo>
                  <a:cubicBezTo>
                    <a:pt x="9543574" y="1747749"/>
                    <a:pt x="9495854" y="1740605"/>
                    <a:pt x="9494044" y="1742510"/>
                  </a:cubicBezTo>
                  <a:cubicBezTo>
                    <a:pt x="9492139" y="1744511"/>
                    <a:pt x="9497377" y="1765466"/>
                    <a:pt x="9491472" y="1773943"/>
                  </a:cubicBezTo>
                  <a:cubicBezTo>
                    <a:pt x="9486233" y="1781372"/>
                    <a:pt x="9469564" y="1777848"/>
                    <a:pt x="9462992" y="1782611"/>
                  </a:cubicBezTo>
                  <a:cubicBezTo>
                    <a:pt x="9452515" y="1790231"/>
                    <a:pt x="9459659" y="1831188"/>
                    <a:pt x="9423273" y="1823378"/>
                  </a:cubicBezTo>
                  <a:lnTo>
                    <a:pt x="114491" y="1823378"/>
                  </a:lnTo>
                  <a:cubicBezTo>
                    <a:pt x="82106" y="1828617"/>
                    <a:pt x="97155" y="1783754"/>
                    <a:pt x="93155" y="1779658"/>
                  </a:cubicBezTo>
                  <a:cubicBezTo>
                    <a:pt x="90583" y="1776991"/>
                    <a:pt x="59341" y="1784135"/>
                    <a:pt x="49435" y="1776991"/>
                  </a:cubicBezTo>
                  <a:cubicBezTo>
                    <a:pt x="38862" y="1769466"/>
                    <a:pt x="46006" y="1744892"/>
                    <a:pt x="43625" y="1742606"/>
                  </a:cubicBezTo>
                  <a:cubicBezTo>
                    <a:pt x="37052" y="1736129"/>
                    <a:pt x="4858" y="1759655"/>
                    <a:pt x="0" y="1708887"/>
                  </a:cubicBezTo>
                  <a:lnTo>
                    <a:pt x="0" y="108401"/>
                  </a:lnTo>
                  <a:cubicBezTo>
                    <a:pt x="3239" y="65729"/>
                    <a:pt x="7334" y="75540"/>
                    <a:pt x="43625" y="74683"/>
                  </a:cubicBezTo>
                  <a:lnTo>
                    <a:pt x="43625" y="1705554"/>
                  </a:lnTo>
                  <a:cubicBezTo>
                    <a:pt x="53054" y="1707268"/>
                    <a:pt x="90202" y="1702886"/>
                    <a:pt x="92869" y="1705744"/>
                  </a:cubicBezTo>
                  <a:cubicBezTo>
                    <a:pt x="96298" y="1709363"/>
                    <a:pt x="86487" y="1741463"/>
                    <a:pt x="114491" y="1736796"/>
                  </a:cubicBezTo>
                  <a:lnTo>
                    <a:pt x="9444895" y="1733652"/>
                  </a:lnTo>
                  <a:cubicBezTo>
                    <a:pt x="9446133" y="1696790"/>
                    <a:pt x="9487948" y="1708506"/>
                    <a:pt x="9487948" y="1705554"/>
                  </a:cubicBezTo>
                  <a:lnTo>
                    <a:pt x="9487948" y="74683"/>
                  </a:lnTo>
                  <a:cubicBezTo>
                    <a:pt x="9480328" y="73349"/>
                    <a:pt x="9452705" y="76588"/>
                    <a:pt x="9450800" y="74683"/>
                  </a:cubicBezTo>
                  <a:cubicBezTo>
                    <a:pt x="9447657" y="71540"/>
                    <a:pt x="9456039" y="44870"/>
                    <a:pt x="9447276" y="43631"/>
                  </a:cubicBezTo>
                  <a:lnTo>
                    <a:pt x="93155" y="43631"/>
                  </a:lnTo>
                  <a:cubicBezTo>
                    <a:pt x="91916" y="89256"/>
                    <a:pt x="92202" y="73445"/>
                    <a:pt x="43625" y="74683"/>
                  </a:cubicBezTo>
                  <a:lnTo>
                    <a:pt x="43625" y="43727"/>
                  </a:lnTo>
                  <a:cubicBezTo>
                    <a:pt x="60008" y="43441"/>
                    <a:pt x="76676" y="44108"/>
                    <a:pt x="93155" y="4372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61CFFD83-EE72-B20D-BEDA-D06A65700DFC}"/>
                </a:ext>
              </a:extLst>
            </p:cNvPr>
            <p:cNvSpPr/>
            <p:nvPr/>
          </p:nvSpPr>
          <p:spPr>
            <a:xfrm>
              <a:off x="1417129" y="2589466"/>
              <a:ext cx="9357645" cy="1637773"/>
            </a:xfrm>
            <a:custGeom>
              <a:avLst/>
              <a:gdLst>
                <a:gd name="connsiteX0" fmla="*/ 9357646 w 9357645"/>
                <a:gd name="connsiteY0" fmla="*/ 43243 h 1637773"/>
                <a:gd name="connsiteX1" fmla="*/ 9357646 w 9357645"/>
                <a:gd name="connsiteY1" fmla="*/ 1593723 h 1637773"/>
                <a:gd name="connsiteX2" fmla="*/ 9308116 w 9357645"/>
                <a:gd name="connsiteY2" fmla="*/ 1593723 h 1637773"/>
                <a:gd name="connsiteX3" fmla="*/ 9286780 w 9357645"/>
                <a:gd name="connsiteY3" fmla="*/ 1637348 h 1637773"/>
                <a:gd name="connsiteX4" fmla="*/ 64675 w 9357645"/>
                <a:gd name="connsiteY4" fmla="*/ 1637348 h 1637773"/>
                <a:gd name="connsiteX5" fmla="*/ 43339 w 9357645"/>
                <a:gd name="connsiteY5" fmla="*/ 1593723 h 1637773"/>
                <a:gd name="connsiteX6" fmla="*/ 0 w 9357645"/>
                <a:gd name="connsiteY6" fmla="*/ 1593723 h 1637773"/>
                <a:gd name="connsiteX7" fmla="*/ 0 w 9357645"/>
                <a:gd name="connsiteY7" fmla="*/ 43243 h 1637773"/>
                <a:gd name="connsiteX8" fmla="*/ 37529 w 9357645"/>
                <a:gd name="connsiteY8" fmla="*/ 40576 h 1637773"/>
                <a:gd name="connsiteX9" fmla="*/ 43339 w 9357645"/>
                <a:gd name="connsiteY9" fmla="*/ 0 h 1637773"/>
                <a:gd name="connsiteX10" fmla="*/ 9298876 w 9357645"/>
                <a:gd name="connsiteY10" fmla="*/ 0 h 1637773"/>
                <a:gd name="connsiteX11" fmla="*/ 9313926 w 9357645"/>
                <a:gd name="connsiteY11" fmla="*/ 40672 h 1637773"/>
                <a:gd name="connsiteX12" fmla="*/ 9357646 w 9357645"/>
                <a:gd name="connsiteY12" fmla="*/ 43339 h 1637773"/>
                <a:gd name="connsiteX13" fmla="*/ 9258681 w 9357645"/>
                <a:gd name="connsiteY13" fmla="*/ 86487 h 1637773"/>
                <a:gd name="connsiteX14" fmla="*/ 99060 w 9357645"/>
                <a:gd name="connsiteY14" fmla="*/ 86487 h 1637773"/>
                <a:gd name="connsiteX15" fmla="*/ 98203 w 9357645"/>
                <a:gd name="connsiteY15" fmla="*/ 122777 h 1637773"/>
                <a:gd name="connsiteX16" fmla="*/ 49530 w 9357645"/>
                <a:gd name="connsiteY16" fmla="*/ 129826 h 1637773"/>
                <a:gd name="connsiteX17" fmla="*/ 49530 w 9357645"/>
                <a:gd name="connsiteY17" fmla="*/ 1587437 h 1637773"/>
                <a:gd name="connsiteX18" fmla="*/ 9302020 w 9357645"/>
                <a:gd name="connsiteY18" fmla="*/ 1587437 h 1637773"/>
                <a:gd name="connsiteX19" fmla="*/ 9302020 w 9357645"/>
                <a:gd name="connsiteY19" fmla="*/ 129826 h 1637773"/>
                <a:gd name="connsiteX20" fmla="*/ 9261538 w 9357645"/>
                <a:gd name="connsiteY20" fmla="*/ 117729 h 1637773"/>
                <a:gd name="connsiteX21" fmla="*/ 9258681 w 9357645"/>
                <a:gd name="connsiteY21" fmla="*/ 86582 h 1637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7645" h="1637773">
                  <a:moveTo>
                    <a:pt x="9357646" y="43243"/>
                  </a:moveTo>
                  <a:lnTo>
                    <a:pt x="9357646" y="1593723"/>
                  </a:lnTo>
                  <a:cubicBezTo>
                    <a:pt x="9348597" y="1595247"/>
                    <a:pt x="9310116" y="1591628"/>
                    <a:pt x="9308116" y="1593723"/>
                  </a:cubicBezTo>
                  <a:cubicBezTo>
                    <a:pt x="9304020" y="1597914"/>
                    <a:pt x="9319165" y="1642586"/>
                    <a:pt x="9286780" y="1637348"/>
                  </a:cubicBezTo>
                  <a:lnTo>
                    <a:pt x="64675" y="1637348"/>
                  </a:lnTo>
                  <a:cubicBezTo>
                    <a:pt x="32290" y="1642586"/>
                    <a:pt x="47339" y="1597914"/>
                    <a:pt x="43339" y="1593723"/>
                  </a:cubicBezTo>
                  <a:cubicBezTo>
                    <a:pt x="41434" y="1591723"/>
                    <a:pt x="8382" y="1595152"/>
                    <a:pt x="0" y="1593723"/>
                  </a:cubicBezTo>
                  <a:lnTo>
                    <a:pt x="0" y="43243"/>
                  </a:lnTo>
                  <a:cubicBezTo>
                    <a:pt x="0" y="41338"/>
                    <a:pt x="28575" y="46768"/>
                    <a:pt x="37529" y="40576"/>
                  </a:cubicBezTo>
                  <a:cubicBezTo>
                    <a:pt x="48578" y="32956"/>
                    <a:pt x="41243" y="0"/>
                    <a:pt x="43339" y="0"/>
                  </a:cubicBezTo>
                  <a:lnTo>
                    <a:pt x="9298876" y="0"/>
                  </a:lnTo>
                  <a:cubicBezTo>
                    <a:pt x="9310402" y="0"/>
                    <a:pt x="9305258" y="34576"/>
                    <a:pt x="9313926" y="40672"/>
                  </a:cubicBezTo>
                  <a:cubicBezTo>
                    <a:pt x="9323356" y="47244"/>
                    <a:pt x="9357646" y="41148"/>
                    <a:pt x="9357646" y="43339"/>
                  </a:cubicBezTo>
                  <a:close/>
                  <a:moveTo>
                    <a:pt x="9258681" y="86487"/>
                  </a:moveTo>
                  <a:lnTo>
                    <a:pt x="99060" y="86487"/>
                  </a:lnTo>
                  <a:cubicBezTo>
                    <a:pt x="97250" y="86487"/>
                    <a:pt x="102108" y="116396"/>
                    <a:pt x="98203" y="122777"/>
                  </a:cubicBezTo>
                  <a:cubicBezTo>
                    <a:pt x="92107" y="132683"/>
                    <a:pt x="49530" y="127349"/>
                    <a:pt x="49530" y="129826"/>
                  </a:cubicBezTo>
                  <a:lnTo>
                    <a:pt x="49530" y="1587437"/>
                  </a:lnTo>
                  <a:lnTo>
                    <a:pt x="9302020" y="1587437"/>
                  </a:lnTo>
                  <a:lnTo>
                    <a:pt x="9302020" y="129826"/>
                  </a:lnTo>
                  <a:cubicBezTo>
                    <a:pt x="9302020" y="127730"/>
                    <a:pt x="9268873" y="128873"/>
                    <a:pt x="9261538" y="117729"/>
                  </a:cubicBezTo>
                  <a:cubicBezTo>
                    <a:pt x="9255538" y="108490"/>
                    <a:pt x="9260300" y="88297"/>
                    <a:pt x="9258681" y="8658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9286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D07D4-9182-B1A9-B5F9-74BA7001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1486585A-852E-27CC-87FF-B116EC1D462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FEC2345-9483-3674-A13C-E4AF2EFC0013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6F828091-0483-DD13-7054-D7DE6BA07F18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7" name="그래픽 16">
                <a:extLst>
                  <a:ext uri="{FF2B5EF4-FFF2-40B4-BE49-F238E27FC236}">
                    <a16:creationId xmlns:a16="http://schemas.microsoft.com/office/drawing/2014/main" id="{AA1B5287-AAB6-A9FB-FC17-FAFEA77993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0640" y="6021288"/>
                <a:ext cx="982117" cy="407671"/>
              </a:xfrm>
              <a:prstGeom prst="rect">
                <a:avLst/>
              </a:prstGeom>
            </p:spPr>
          </p:pic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E5310A94-9164-41C8-520F-E9D28500DB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449243" y="6021288"/>
                <a:ext cx="982117" cy="407671"/>
              </a:xfrm>
              <a:prstGeom prst="rect">
                <a:avLst/>
              </a:prstGeom>
            </p:spPr>
          </p:pic>
        </p:grp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CCF25C23-0DF7-C466-D6A8-2141CA67386C}"/>
                </a:ext>
              </a:extLst>
            </p:cNvPr>
            <p:cNvSpPr/>
            <p:nvPr/>
          </p:nvSpPr>
          <p:spPr>
            <a:xfrm>
              <a:off x="2531604" y="207821"/>
              <a:ext cx="7128792" cy="6442359"/>
            </a:xfrm>
            <a:prstGeom prst="roundRect">
              <a:avLst>
                <a:gd name="adj" fmla="val 277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AA80CB74-75DE-4B1A-24DA-C7334DBF5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1579" y="1412776"/>
              <a:ext cx="1752368" cy="1707436"/>
            </a:xfrm>
            <a:prstGeom prst="rect">
              <a:avLst/>
            </a:prstGeom>
          </p:spPr>
        </p:pic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67DEF7FC-20B7-8D3F-A78D-B7D232DA8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82986" y="1424758"/>
              <a:ext cx="1707435" cy="1729902"/>
            </a:xfrm>
            <a:prstGeom prst="rect">
              <a:avLst/>
            </a:prstGeom>
          </p:spPr>
        </p:pic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499D3A92-835F-F633-CBF7-ADF48435C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39616" y="332656"/>
              <a:ext cx="6912768" cy="6192688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6BA0FCF-2D28-B8D6-0A20-9AFAE1A73456}"/>
              </a:ext>
            </a:extLst>
          </p:cNvPr>
          <p:cNvGrpSpPr/>
          <p:nvPr/>
        </p:nvGrpSpPr>
        <p:grpSpPr>
          <a:xfrm>
            <a:off x="5142731" y="1213316"/>
            <a:ext cx="1905000" cy="2928191"/>
            <a:chOff x="5142731" y="1213316"/>
            <a:chExt cx="1905000" cy="292819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208F9AE-0A87-C908-23E2-BC322E8207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2731" y="2236507"/>
              <a:ext cx="1905000" cy="19050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63A4C9F-2CF3-6105-64F0-D1F52F0375DD}"/>
                </a:ext>
              </a:extLst>
            </p:cNvPr>
            <p:cNvSpPr txBox="1"/>
            <p:nvPr/>
          </p:nvSpPr>
          <p:spPr>
            <a:xfrm>
              <a:off x="5260675" y="1213316"/>
              <a:ext cx="1670649" cy="830997"/>
            </a:xfrm>
            <a:prstGeom prst="rect">
              <a:avLst/>
            </a:prstGeom>
            <a:noFill/>
            <a:scene3d>
              <a:camera prst="obliqueTopLeft"/>
              <a:lightRig rig="threePt" dir="t"/>
            </a:scene3d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4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7 Bold" pitchFamily="2" charset="-127"/>
                  <a:ea typeface="페이퍼로지 7 Bold" pitchFamily="2" charset="-127"/>
                  <a:cs typeface="Open Sans Extrabold" panose="020B0906030804020204" pitchFamily="34" charset="0"/>
                </a:rPr>
                <a:t>Q&amp;A</a:t>
              </a:r>
              <a:endParaRPr lang="ko-KR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7 Bold" pitchFamily="2" charset="-127"/>
                <a:ea typeface="페이퍼로지 5 Medium" pitchFamily="2" charset="-127"/>
                <a:cs typeface="Open Sans Extrabold" panose="020B0906030804020204" pitchFamily="34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70A1589-77E9-7AA3-9DD4-1F926B26384F}"/>
              </a:ext>
            </a:extLst>
          </p:cNvPr>
          <p:cNvGrpSpPr/>
          <p:nvPr/>
        </p:nvGrpSpPr>
        <p:grpSpPr>
          <a:xfrm>
            <a:off x="2891644" y="4627744"/>
            <a:ext cx="6408712" cy="1161137"/>
            <a:chOff x="2891644" y="4555752"/>
            <a:chExt cx="6408712" cy="116113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340B8E-7EDF-F921-6BD1-FFF8C1E213CF}"/>
                </a:ext>
              </a:extLst>
            </p:cNvPr>
            <p:cNvSpPr txBox="1"/>
            <p:nvPr/>
          </p:nvSpPr>
          <p:spPr>
            <a:xfrm>
              <a:off x="2891644" y="4555752"/>
              <a:ext cx="6408712" cy="461665"/>
            </a:xfrm>
            <a:prstGeom prst="rect">
              <a:avLst/>
            </a:prstGeom>
            <a:noFill/>
            <a:scene3d>
              <a:camera prst="obliqueTop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7 Bold" pitchFamily="2" charset="-127"/>
                  <a:ea typeface="페이퍼로지 7 Bold" pitchFamily="2" charset="-127"/>
                  <a:cs typeface="Open Sans Extrabold" panose="020B0906030804020204" pitchFamily="34" charset="0"/>
                </a:rPr>
                <a:t>IF YOU HAVE ANY QUESTION</a:t>
              </a:r>
              <a:endParaRPr lang="ko-KR" altLang="en-US" sz="24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7 Bold" pitchFamily="2" charset="-127"/>
                <a:ea typeface="페이퍼로지 5 Medium" pitchFamily="2" charset="-127"/>
                <a:cs typeface="Open Sans Extrabold" panose="020B0906030804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88C6CD-F6A4-506E-551C-6F8F4D073F56}"/>
                </a:ext>
              </a:extLst>
            </p:cNvPr>
            <p:cNvSpPr txBox="1"/>
            <p:nvPr/>
          </p:nvSpPr>
          <p:spPr>
            <a:xfrm>
              <a:off x="2891644" y="5316779"/>
              <a:ext cx="6408712" cy="400110"/>
            </a:xfrm>
            <a:prstGeom prst="rect">
              <a:avLst/>
            </a:prstGeom>
            <a:noFill/>
            <a:scene3d>
              <a:camera prst="obliqueTop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7 Bold" pitchFamily="2" charset="-127"/>
                  <a:ea typeface="페이퍼로지 5 Medium" pitchFamily="2" charset="-127"/>
                  <a:cs typeface="Open Sans Extrabold" panose="020B0906030804020204" pitchFamily="34" charset="0"/>
                </a:rPr>
                <a:t> </a:t>
              </a:r>
              <a:r>
                <a:rPr lang="ko-KR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7 Bold" pitchFamily="2" charset="-127"/>
                  <a:ea typeface="페이퍼로지 5 Medium" pitchFamily="2" charset="-127"/>
                  <a:cs typeface="Open Sans Extrabold" panose="020B0906030804020204" pitchFamily="34" charset="0"/>
                </a:rPr>
                <a:t>질문이 있으시면 말씀해주세요</a:t>
              </a:r>
              <a:r>
                <a:rPr lang="en-US" altLang="ko-K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7 Bold" pitchFamily="2" charset="-127"/>
                  <a:ea typeface="페이퍼로지 5 Medium" pitchFamily="2" charset="-127"/>
                  <a:cs typeface="Open Sans Extrabold" panose="020B0906030804020204" pitchFamily="34" charset="0"/>
                </a:rPr>
                <a:t>!</a:t>
              </a:r>
              <a:endPara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7 Bold" pitchFamily="2" charset="-127"/>
                <a:ea typeface="페이퍼로지 5 Medium" pitchFamily="2" charset="-127"/>
                <a:cs typeface="Open Sans Extrabold" panose="020B0906030804020204" pitchFamily="34" charset="0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43451AD5-B99D-C064-B81C-C8AF7A63B1E6}"/>
                </a:ext>
              </a:extLst>
            </p:cNvPr>
            <p:cNvCxnSpPr>
              <a:cxnSpLocks/>
            </p:cNvCxnSpPr>
            <p:nvPr/>
          </p:nvCxnSpPr>
          <p:spPr>
            <a:xfrm>
              <a:off x="3111007" y="5157192"/>
              <a:ext cx="596998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585688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79D9-2007-FF33-1AD7-6C18F678E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3ED3BA57-F14A-4104-2744-CDE144CE7A3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BFBEE21A-6E26-1B54-5D22-B68970D26356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BC436D50-F7E7-4FC9-174E-19DE7332A5E1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rgbClr val="7030A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7" name="그래픽 16">
                <a:extLst>
                  <a:ext uri="{FF2B5EF4-FFF2-40B4-BE49-F238E27FC236}">
                    <a16:creationId xmlns:a16="http://schemas.microsoft.com/office/drawing/2014/main" id="{E1F97B8F-EF18-3A3D-AEFA-3F2982CFD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60640" y="6021288"/>
                <a:ext cx="982117" cy="407671"/>
              </a:xfrm>
              <a:prstGeom prst="rect">
                <a:avLst/>
              </a:prstGeom>
            </p:spPr>
          </p:pic>
          <p:pic>
            <p:nvPicPr>
              <p:cNvPr id="19" name="그래픽 18">
                <a:extLst>
                  <a:ext uri="{FF2B5EF4-FFF2-40B4-BE49-F238E27FC236}">
                    <a16:creationId xmlns:a16="http://schemas.microsoft.com/office/drawing/2014/main" id="{FB4963C7-2A09-07DB-8FC2-37242A16D0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449243" y="6021288"/>
                <a:ext cx="982117" cy="407671"/>
              </a:xfrm>
              <a:prstGeom prst="rect">
                <a:avLst/>
              </a:prstGeom>
            </p:spPr>
          </p:pic>
        </p:grp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91DB19EA-C190-B92B-CB71-2AB72422A146}"/>
                </a:ext>
              </a:extLst>
            </p:cNvPr>
            <p:cNvSpPr/>
            <p:nvPr/>
          </p:nvSpPr>
          <p:spPr>
            <a:xfrm>
              <a:off x="2531604" y="207821"/>
              <a:ext cx="7128792" cy="6442359"/>
            </a:xfrm>
            <a:prstGeom prst="roundRect">
              <a:avLst>
                <a:gd name="adj" fmla="val 277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래픽 12">
              <a:extLst>
                <a:ext uri="{FF2B5EF4-FFF2-40B4-BE49-F238E27FC236}">
                  <a16:creationId xmlns:a16="http://schemas.microsoft.com/office/drawing/2014/main" id="{98D6D94C-B580-D070-E97A-33FF8D2BC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1579" y="1412776"/>
              <a:ext cx="1752368" cy="1707436"/>
            </a:xfrm>
            <a:prstGeom prst="rect">
              <a:avLst/>
            </a:prstGeom>
          </p:spPr>
        </p:pic>
        <p:pic>
          <p:nvPicPr>
            <p:cNvPr id="15" name="그래픽 14">
              <a:extLst>
                <a:ext uri="{FF2B5EF4-FFF2-40B4-BE49-F238E27FC236}">
                  <a16:creationId xmlns:a16="http://schemas.microsoft.com/office/drawing/2014/main" id="{B2DCE3B0-4FAA-B0C2-6BEF-FF6482369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082986" y="1424758"/>
              <a:ext cx="1707435" cy="1729902"/>
            </a:xfrm>
            <a:prstGeom prst="rect">
              <a:avLst/>
            </a:prstGeom>
          </p:spPr>
        </p:pic>
        <p:pic>
          <p:nvPicPr>
            <p:cNvPr id="11" name="그래픽 10">
              <a:extLst>
                <a:ext uri="{FF2B5EF4-FFF2-40B4-BE49-F238E27FC236}">
                  <a16:creationId xmlns:a16="http://schemas.microsoft.com/office/drawing/2014/main" id="{6DF50D6B-4DDD-57C3-65A9-74E96FE80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639616" y="332656"/>
              <a:ext cx="6912768" cy="6192688"/>
            </a:xfrm>
            <a:prstGeom prst="rect">
              <a:avLst/>
            </a:prstGeom>
          </p:spPr>
        </p:pic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F693AD55-5BDE-E14A-5B7E-951DF755D8F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061" y="1340768"/>
            <a:ext cx="6552728" cy="2994032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D11A17DD-BB19-B30F-EDBE-144183739CBC}"/>
              </a:ext>
            </a:extLst>
          </p:cNvPr>
          <p:cNvGrpSpPr/>
          <p:nvPr/>
        </p:nvGrpSpPr>
        <p:grpSpPr>
          <a:xfrm>
            <a:off x="2891644" y="4681192"/>
            <a:ext cx="6408712" cy="1381932"/>
            <a:chOff x="2891644" y="4334957"/>
            <a:chExt cx="6408712" cy="13819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EFE9F9-C9A3-6C3B-50D6-F60B8BE518BA}"/>
                </a:ext>
              </a:extLst>
            </p:cNvPr>
            <p:cNvSpPr txBox="1"/>
            <p:nvPr/>
          </p:nvSpPr>
          <p:spPr>
            <a:xfrm>
              <a:off x="2891644" y="4334957"/>
              <a:ext cx="6408712" cy="707886"/>
            </a:xfrm>
            <a:prstGeom prst="rect">
              <a:avLst/>
            </a:prstGeom>
            <a:noFill/>
            <a:scene3d>
              <a:camera prst="obliqueTop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4000" spc="3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7 Bold" pitchFamily="2" charset="-127"/>
                  <a:ea typeface="페이퍼로지 5 Medium" pitchFamily="2" charset="-127"/>
                  <a:cs typeface="Open Sans Extrabold" panose="020B0906030804020204" pitchFamily="34" charset="0"/>
                </a:rPr>
                <a:t>EOF</a:t>
              </a:r>
              <a:endParaRPr lang="ko-KR" altLang="en-US" sz="4000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7 Bold" pitchFamily="2" charset="-127"/>
                <a:ea typeface="페이퍼로지 5 Medium" pitchFamily="2" charset="-127"/>
                <a:cs typeface="Open Sans Extrabold" panose="020B0906030804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E7FA37-353B-4984-5B50-83B980C8B850}"/>
                </a:ext>
              </a:extLst>
            </p:cNvPr>
            <p:cNvSpPr txBox="1"/>
            <p:nvPr/>
          </p:nvSpPr>
          <p:spPr>
            <a:xfrm>
              <a:off x="2891644" y="5316779"/>
              <a:ext cx="6408712" cy="400110"/>
            </a:xfrm>
            <a:prstGeom prst="rect">
              <a:avLst/>
            </a:prstGeom>
            <a:noFill/>
            <a:scene3d>
              <a:camera prst="obliqueTopLeft"/>
              <a:lightRig rig="threePt" dir="t"/>
            </a:scene3d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7 Bold" pitchFamily="2" charset="-127"/>
                  <a:ea typeface="페이퍼로지 5 Medium" pitchFamily="2" charset="-127"/>
                  <a:cs typeface="Open Sans Extrabold" panose="020B0906030804020204" pitchFamily="34" charset="0"/>
                </a:rPr>
                <a:t>발표를 </a:t>
              </a:r>
              <a:r>
                <a:rPr lang="ko-KR" altLang="en-US" sz="20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7 Bold" pitchFamily="2" charset="-127"/>
                  <a:ea typeface="페이퍼로지 5 Medium" pitchFamily="2" charset="-127"/>
                  <a:cs typeface="Open Sans Extrabold" panose="020B0906030804020204" pitchFamily="34" charset="0"/>
                </a:rPr>
                <a:t>경청해주셔서</a:t>
              </a:r>
              <a:r>
                <a:rPr lang="ko-KR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7 Bold" pitchFamily="2" charset="-127"/>
                  <a:ea typeface="페이퍼로지 5 Medium" pitchFamily="2" charset="-127"/>
                  <a:cs typeface="Open Sans Extrabold" panose="020B0906030804020204" pitchFamily="34" charset="0"/>
                </a:rPr>
                <a:t> 감사합니다</a:t>
              </a:r>
              <a:r>
                <a:rPr lang="en-US" altLang="ko-KR" sz="2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페이퍼로지 7 Bold" pitchFamily="2" charset="-127"/>
                  <a:ea typeface="페이퍼로지 5 Medium" pitchFamily="2" charset="-127"/>
                  <a:cs typeface="Open Sans Extrabold" panose="020B0906030804020204" pitchFamily="34" charset="0"/>
                </a:rPr>
                <a:t>!</a:t>
              </a:r>
              <a:endParaRPr lang="ko-KR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페이퍼로지 7 Bold" pitchFamily="2" charset="-127"/>
                <a:ea typeface="페이퍼로지 5 Medium" pitchFamily="2" charset="-127"/>
                <a:cs typeface="Open Sans Extrabold" panose="020B0906030804020204" pitchFamily="34" charset="0"/>
              </a:endParaRP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37F3B08-694E-A34F-1FD6-5D2DF79B66A0}"/>
                </a:ext>
              </a:extLst>
            </p:cNvPr>
            <p:cNvCxnSpPr>
              <a:cxnSpLocks/>
            </p:cNvCxnSpPr>
            <p:nvPr/>
          </p:nvCxnSpPr>
          <p:spPr>
            <a:xfrm>
              <a:off x="3111007" y="5157192"/>
              <a:ext cx="596998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0038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353</Words>
  <Application>Microsoft Office PowerPoint</Application>
  <PresentationFormat>와이드스크린</PresentationFormat>
  <Paragraphs>104</Paragraphs>
  <Slides>27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맑은 고딕</vt:lpstr>
      <vt:lpstr>Arial</vt:lpstr>
      <vt:lpstr>페이퍼로지 5 Medium</vt:lpstr>
      <vt:lpstr>HY견고딕</vt:lpstr>
      <vt:lpstr>궁서</vt:lpstr>
      <vt:lpstr>페이퍼로지 6 SemiBold</vt:lpstr>
      <vt:lpstr>Wingdings</vt:lpstr>
      <vt:lpstr>페이퍼로지 7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tombang</dc:creator>
  <cp:lastModifiedBy>헌준 이</cp:lastModifiedBy>
  <cp:revision>54</cp:revision>
  <dcterms:created xsi:type="dcterms:W3CDTF">2016-09-17T07:34:03Z</dcterms:created>
  <dcterms:modified xsi:type="dcterms:W3CDTF">2025-06-02T11:26:51Z</dcterms:modified>
</cp:coreProperties>
</file>